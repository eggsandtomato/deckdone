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2" r:id="rId6"/>
    <p:sldId id="264" r:id="rId7"/>
    <p:sldId id="266" r:id="rId8"/>
    <p:sldId id="268" r:id="rId9"/>
    <p:sldId id="270" r:id="rId10"/>
    <p:sldId id="272" r:id="rId11"/>
    <p:sldId id="274" r:id="rId12"/>
    <p:sldId id="276" r:id="rId13"/>
    <p:sldId id="278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76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image" Target="../media/image1.pn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75.xml"/><Relationship Id="rId15" Type="http://schemas.openxmlformats.org/officeDocument/2006/relationships/image" Target="../media/image3.png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image" Target="../media/image2.png"/><Relationship Id="rId10" Type="http://schemas.openxmlformats.org/officeDocument/2006/relationships/tags" Target="../tags/tag7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5.jpeg"/><Relationship Id="rId7" Type="http://schemas.openxmlformats.org/officeDocument/2006/relationships/tags" Target="../tags/tag81.xml"/><Relationship Id="rId6" Type="http://schemas.openxmlformats.org/officeDocument/2006/relationships/image" Target="../media/image4.jpe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image" Target="../media/image6.jpeg"/><Relationship Id="rId1" Type="http://schemas.openxmlformats.org/officeDocument/2006/relationships/tags" Target="../tags/tag7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131.xml"/><Relationship Id="rId30" Type="http://schemas.openxmlformats.org/officeDocument/2006/relationships/tags" Target="../tags/tag130.xml"/><Relationship Id="rId3" Type="http://schemas.openxmlformats.org/officeDocument/2006/relationships/tags" Target="../tags/tag111.xml"/><Relationship Id="rId29" Type="http://schemas.openxmlformats.org/officeDocument/2006/relationships/tags" Target="../tags/tag129.xml"/><Relationship Id="rId28" Type="http://schemas.openxmlformats.org/officeDocument/2006/relationships/image" Target="../media/image14.svg"/><Relationship Id="rId27" Type="http://schemas.openxmlformats.org/officeDocument/2006/relationships/image" Target="../media/image13.png"/><Relationship Id="rId26" Type="http://schemas.openxmlformats.org/officeDocument/2006/relationships/tags" Target="../tags/tag128.xml"/><Relationship Id="rId25" Type="http://schemas.openxmlformats.org/officeDocument/2006/relationships/image" Target="../media/image12.svg"/><Relationship Id="rId24" Type="http://schemas.openxmlformats.org/officeDocument/2006/relationships/image" Target="../media/image11.png"/><Relationship Id="rId23" Type="http://schemas.openxmlformats.org/officeDocument/2006/relationships/tags" Target="../tags/tag127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26.xml"/><Relationship Id="rId2" Type="http://schemas.openxmlformats.org/officeDocument/2006/relationships/tags" Target="../tags/tag110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158.xml"/><Relationship Id="rId32" Type="http://schemas.openxmlformats.org/officeDocument/2006/relationships/tags" Target="../tags/tag157.xml"/><Relationship Id="rId31" Type="http://schemas.openxmlformats.org/officeDocument/2006/relationships/tags" Target="../tags/tag156.xml"/><Relationship Id="rId30" Type="http://schemas.openxmlformats.org/officeDocument/2006/relationships/tags" Target="../tags/tag155.xml"/><Relationship Id="rId3" Type="http://schemas.openxmlformats.org/officeDocument/2006/relationships/tags" Target="../tags/tag134.xml"/><Relationship Id="rId29" Type="http://schemas.openxmlformats.org/officeDocument/2006/relationships/tags" Target="../tags/tag154.xml"/><Relationship Id="rId28" Type="http://schemas.openxmlformats.org/officeDocument/2006/relationships/tags" Target="../tags/tag153.xml"/><Relationship Id="rId27" Type="http://schemas.openxmlformats.org/officeDocument/2006/relationships/tags" Target="../tags/tag152.xml"/><Relationship Id="rId26" Type="http://schemas.openxmlformats.org/officeDocument/2006/relationships/tags" Target="../tags/tag151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tags" Target="../tags/tag148.xml"/><Relationship Id="rId22" Type="http://schemas.openxmlformats.org/officeDocument/2006/relationships/tags" Target="../tags/tag147.xml"/><Relationship Id="rId21" Type="http://schemas.openxmlformats.org/officeDocument/2006/relationships/tags" Target="../tags/tag146.xml"/><Relationship Id="rId20" Type="http://schemas.openxmlformats.org/officeDocument/2006/relationships/image" Target="../media/image20.svg"/><Relationship Id="rId2" Type="http://schemas.openxmlformats.org/officeDocument/2006/relationships/tags" Target="../tags/tag133.xml"/><Relationship Id="rId19" Type="http://schemas.openxmlformats.org/officeDocument/2006/relationships/image" Target="../media/image19.png"/><Relationship Id="rId18" Type="http://schemas.openxmlformats.org/officeDocument/2006/relationships/tags" Target="../tags/tag145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tags" Target="../tags/tag144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image" Target="../media/image21.png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69.xml"/><Relationship Id="rId13" Type="http://schemas.openxmlformats.org/officeDocument/2006/relationships/image" Target="../media/image23.png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72.xml"/><Relationship Id="rId29" Type="http://schemas.openxmlformats.org/officeDocument/2006/relationships/tags" Target="../tags/tag192.xml"/><Relationship Id="rId28" Type="http://schemas.openxmlformats.org/officeDocument/2006/relationships/tags" Target="../tags/tag191.xml"/><Relationship Id="rId27" Type="http://schemas.openxmlformats.org/officeDocument/2006/relationships/image" Target="../media/image29.svg"/><Relationship Id="rId26" Type="http://schemas.openxmlformats.org/officeDocument/2006/relationships/image" Target="../media/image28.png"/><Relationship Id="rId25" Type="http://schemas.openxmlformats.org/officeDocument/2006/relationships/tags" Target="../tags/tag190.xml"/><Relationship Id="rId24" Type="http://schemas.openxmlformats.org/officeDocument/2006/relationships/tags" Target="../tags/tag189.xml"/><Relationship Id="rId23" Type="http://schemas.openxmlformats.org/officeDocument/2006/relationships/image" Target="../media/image27.svg"/><Relationship Id="rId22" Type="http://schemas.openxmlformats.org/officeDocument/2006/relationships/image" Target="../media/image26.png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71.xml"/><Relationship Id="rId19" Type="http://schemas.openxmlformats.org/officeDocument/2006/relationships/image" Target="../media/image25.svg"/><Relationship Id="rId18" Type="http://schemas.openxmlformats.org/officeDocument/2006/relationships/image" Target="../media/image24.png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4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tags" Target="../tags/tag231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image" Target="../media/image35.svg"/><Relationship Id="rId20" Type="http://schemas.openxmlformats.org/officeDocument/2006/relationships/image" Target="../media/image34.png"/><Relationship Id="rId2" Type="http://schemas.openxmlformats.org/officeDocument/2006/relationships/tags" Target="../tags/tag215.xml"/><Relationship Id="rId19" Type="http://schemas.openxmlformats.org/officeDocument/2006/relationships/tags" Target="../tags/tag228.xml"/><Relationship Id="rId18" Type="http://schemas.openxmlformats.org/officeDocument/2006/relationships/image" Target="../media/image33.svg"/><Relationship Id="rId17" Type="http://schemas.openxmlformats.org/officeDocument/2006/relationships/image" Target="../media/image32.png"/><Relationship Id="rId16" Type="http://schemas.openxmlformats.org/officeDocument/2006/relationships/tags" Target="../tags/tag227.xml"/><Relationship Id="rId15" Type="http://schemas.openxmlformats.org/officeDocument/2006/relationships/image" Target="../media/image31.svg"/><Relationship Id="rId14" Type="http://schemas.openxmlformats.org/officeDocument/2006/relationships/image" Target="../media/image30.png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48.xml"/><Relationship Id="rId20" Type="http://schemas.openxmlformats.org/officeDocument/2006/relationships/tags" Target="../tags/tag247.xml"/><Relationship Id="rId2" Type="http://schemas.openxmlformats.org/officeDocument/2006/relationships/tags" Target="../tags/tag235.xml"/><Relationship Id="rId19" Type="http://schemas.openxmlformats.org/officeDocument/2006/relationships/image" Target="../media/image41.svg"/><Relationship Id="rId18" Type="http://schemas.openxmlformats.org/officeDocument/2006/relationships/image" Target="../media/image40.png"/><Relationship Id="rId17" Type="http://schemas.openxmlformats.org/officeDocument/2006/relationships/tags" Target="../tags/tag246.xml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tags" Target="../tags/tag243.xml"/><Relationship Id="rId1" Type="http://schemas.openxmlformats.org/officeDocument/2006/relationships/tags" Target="../tags/tag23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tags" Target="../tags/tag2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>
            <a:off x="8074660" y="2354898"/>
            <a:ext cx="3419475" cy="2424738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3695" tIns="250532" rIns="349250" bIns="82198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CCC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endParaRPr lang="zh-CN" altLang="en-US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"/>
            </p:custDataLst>
          </p:nvPr>
        </p:nvSpPr>
        <p:spPr>
          <a:xfrm>
            <a:off x="4386580" y="2354898"/>
            <a:ext cx="3419475" cy="2424738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90" tIns="241642" rIns="351156" bIns="83087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BBB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的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内容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任意多边形: 形状 30"/>
          <p:cNvSpPr/>
          <p:nvPr>
            <p:custDataLst>
              <p:tags r:id="rId3"/>
            </p:custDataLst>
          </p:nvPr>
        </p:nvSpPr>
        <p:spPr>
          <a:xfrm>
            <a:off x="696595" y="2354898"/>
            <a:ext cx="3419475" cy="2424738"/>
          </a:xfrm>
          <a:custGeom>
            <a:avLst/>
            <a:gdLst>
              <a:gd name="connsiteX0" fmla="*/ 226895 w 3419475"/>
              <a:gd name="connsiteY0" fmla="*/ 0 h 2424738"/>
              <a:gd name="connsiteX1" fmla="*/ 3192580 w 3419475"/>
              <a:gd name="connsiteY1" fmla="*/ 0 h 2424738"/>
              <a:gd name="connsiteX2" fmla="*/ 3419475 w 3419475"/>
              <a:gd name="connsiteY2" fmla="*/ 226895 h 2424738"/>
              <a:gd name="connsiteX3" fmla="*/ 3419475 w 3419475"/>
              <a:gd name="connsiteY3" fmla="*/ 1978968 h 2424738"/>
              <a:gd name="connsiteX4" fmla="*/ 3192580 w 3419475"/>
              <a:gd name="connsiteY4" fmla="*/ 2205863 h 2424738"/>
              <a:gd name="connsiteX5" fmla="*/ 895506 w 3419475"/>
              <a:gd name="connsiteY5" fmla="*/ 2205863 h 2424738"/>
              <a:gd name="connsiteX6" fmla="*/ 889574 w 3419475"/>
              <a:gd name="connsiteY6" fmla="*/ 2213354 h 2424738"/>
              <a:gd name="connsiteX7" fmla="*/ 740251 w 3419475"/>
              <a:gd name="connsiteY7" fmla="*/ 2401913 h 2424738"/>
              <a:gd name="connsiteX8" fmla="*/ 693034 w 3419475"/>
              <a:gd name="connsiteY8" fmla="*/ 2424738 h 2424738"/>
              <a:gd name="connsiteX9" fmla="*/ 645800 w 3419475"/>
              <a:gd name="connsiteY9" fmla="*/ 2401891 h 2424738"/>
              <a:gd name="connsiteX10" fmla="*/ 496476 w 3419475"/>
              <a:gd name="connsiteY10" fmla="*/ 2213332 h 2424738"/>
              <a:gd name="connsiteX11" fmla="*/ 490561 w 3419475"/>
              <a:gd name="connsiteY11" fmla="*/ 2205863 h 2424738"/>
              <a:gd name="connsiteX12" fmla="*/ 226895 w 3419475"/>
              <a:gd name="connsiteY12" fmla="*/ 2205863 h 2424738"/>
              <a:gd name="connsiteX13" fmla="*/ 0 w 3419475"/>
              <a:gd name="connsiteY13" fmla="*/ 1978968 h 2424738"/>
              <a:gd name="connsiteX14" fmla="*/ 0 w 3419475"/>
              <a:gd name="connsiteY14" fmla="*/ 226895 h 2424738"/>
              <a:gd name="connsiteX15" fmla="*/ 226895 w 3419475"/>
              <a:gd name="connsiteY15" fmla="*/ 0 h 24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0750833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1750" tIns="232752" rIns="351195" bIns="839760" rtlCol="0" anchor="ctr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AAA</a:t>
            </a: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的</a:t>
            </a: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内容</a:t>
            </a:r>
            <a:endParaRPr lang="zh-CN" altLang="en-US" sz="140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“_#color-824&amp;2665"/>
          <p:cNvSpPr/>
          <p:nvPr>
            <p:custDataLst>
              <p:tags r:id="rId4"/>
            </p:custDataLst>
          </p:nvPr>
        </p:nvSpPr>
        <p:spPr>
          <a:xfrm>
            <a:off x="3467100" y="3990658"/>
            <a:ext cx="358775" cy="307340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8525" y="5014278"/>
            <a:ext cx="977900" cy="977900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2068195" y="5129848"/>
            <a:ext cx="2047875" cy="746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AAA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“_#color-824&amp;2668"/>
          <p:cNvSpPr/>
          <p:nvPr>
            <p:custDataLst>
              <p:tags r:id="rId8"/>
            </p:custDataLst>
          </p:nvPr>
        </p:nvSpPr>
        <p:spPr>
          <a:xfrm>
            <a:off x="7157085" y="3999548"/>
            <a:ext cx="358775" cy="307340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5737860" y="5129848"/>
            <a:ext cx="2068195" cy="746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BBB</a:t>
            </a:r>
            <a:endParaRPr lang="en-US" altLang="zh-CN" sz="20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91685" y="5014913"/>
            <a:ext cx="977265" cy="977265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2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“_#color-824&amp;2668"/>
          <p:cNvSpPr/>
          <p:nvPr>
            <p:custDataLst>
              <p:tags r:id="rId12"/>
            </p:custDataLst>
          </p:nvPr>
        </p:nvSpPr>
        <p:spPr>
          <a:xfrm>
            <a:off x="10847070" y="4008438"/>
            <a:ext cx="358775" cy="307975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chemeClr val="lt2">
              <a:alpha val="50000"/>
            </a:schemeClr>
          </a:solidFill>
        </p:spPr>
        <p:txBody>
          <a:bodyPr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13"/>
            </p:custDataLst>
          </p:nvPr>
        </p:nvSpPr>
        <p:spPr>
          <a:xfrm>
            <a:off x="9427845" y="5129848"/>
            <a:ext cx="2068195" cy="746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CCC</a:t>
            </a:r>
            <a:endParaRPr lang="en-US" altLang="zh-CN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84210" y="5014913"/>
            <a:ext cx="977265" cy="977265"/>
          </a:xfrm>
          <a:custGeom>
            <a:avLst/>
            <a:gdLst>
              <a:gd name="connsiteX0" fmla="*/ 516600 w 1033200"/>
              <a:gd name="connsiteY0" fmla="*/ 0 h 1033200"/>
              <a:gd name="connsiteX1" fmla="*/ 1033200 w 1033200"/>
              <a:gd name="connsiteY1" fmla="*/ 516600 h 1033200"/>
              <a:gd name="connsiteX2" fmla="*/ 516600 w 1033200"/>
              <a:gd name="connsiteY2" fmla="*/ 1033200 h 1033200"/>
              <a:gd name="connsiteX3" fmla="*/ 0 w 1033200"/>
              <a:gd name="connsiteY3" fmla="*/ 516600 h 1033200"/>
              <a:gd name="connsiteX4" fmla="*/ 516600 w 1033200"/>
              <a:gd name="connsiteY4" fmla="*/ 0 h 103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696278" y="1851978"/>
            <a:ext cx="3358401" cy="4643439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417378" y="1851978"/>
            <a:ext cx="3358401" cy="464343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8137843" y="1851978"/>
            <a:ext cx="3358401" cy="4643439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4" name="图片 3" descr="C:/Users/WPS/Desktop/image7.jpegimage7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print"/>
          <a:srcRect/>
          <a:stretch>
            <a:fillRect/>
          </a:stretch>
        </p:blipFill>
        <p:spPr>
          <a:xfrm>
            <a:off x="8137843" y="1851978"/>
            <a:ext cx="3358401" cy="190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6" name="图片 5" descr="C:/Users/WPS/Desktop/image13.jpegimage13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 cstate="print"/>
          <a:srcRect/>
          <a:stretch>
            <a:fillRect/>
          </a:stretch>
        </p:blipFill>
        <p:spPr>
          <a:xfrm>
            <a:off x="4417378" y="1851978"/>
            <a:ext cx="3358401" cy="190625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10" name="图片 9" descr="D:/图/boliviainteligente-ZBYfP_398OQ-unsplash.jpgboliviainteligente-ZBYfP_398OQ-unsplash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96278" y="1851978"/>
            <a:ext cx="3358401" cy="190625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1053148" y="3941763"/>
            <a:ext cx="2661071" cy="5327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添加标题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1052513" y="4574858"/>
            <a:ext cx="2661707" cy="18349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单击此处添加文本具体内容，简明扼要地阐述您的观点。可酌情增减文字，以便观者准确地理解您传达的思想。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4774248" y="3941763"/>
            <a:ext cx="2659799" cy="53275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添加标题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4773612" y="4574858"/>
            <a:ext cx="2661707" cy="18349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单击此处添加文本具体内容，简明扼要地阐述您的观点。可酌情增减文字，以便观者准确地理解您传达的思想。</a:t>
            </a:r>
            <a:endParaRPr lang="zh-CN" altLang="en-US" sz="16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8495983" y="3941763"/>
            <a:ext cx="2657893" cy="53275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添加标题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8494078" y="4574858"/>
            <a:ext cx="2661707" cy="18349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单击此处添加文本具体内容，简明扼要地阐述您的观点。可酌情增减文字，以便观者准确地理解您传达的思想。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椭圆"/>
          <p:cNvSpPr/>
          <p:nvPr>
            <p:custDataLst>
              <p:tags r:id="rId2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3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弧形 85"/>
          <p:cNvSpPr/>
          <p:nvPr>
            <p:custDataLst>
              <p:tags r:id="rId4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8" name="椭圆"/>
          <p:cNvSpPr/>
          <p:nvPr>
            <p:custDataLst>
              <p:tags r:id="rId5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9" name="椭圆 28"/>
          <p:cNvSpPr/>
          <p:nvPr>
            <p:custDataLst>
              <p:tags r:id="rId6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弧形 85"/>
          <p:cNvSpPr/>
          <p:nvPr>
            <p:custDataLst>
              <p:tags r:id="rId7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8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9"/>
            </p:custDataLst>
          </p:nvPr>
        </p:nvSpPr>
        <p:spPr>
          <a:xfrm>
            <a:off x="703263" y="1710373"/>
            <a:ext cx="4334524" cy="9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单击输入你的项正文，文字是您思想的提炼，请尽量言简意赅的阐述观点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0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1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20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12"/>
            </p:custDataLst>
          </p:nvPr>
        </p:nvSpPr>
        <p:spPr>
          <a:xfrm>
            <a:off x="7153593" y="1710373"/>
            <a:ext cx="4334524" cy="9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单击输入你的项正文，文字是您思想的提炼，请尽量言简意赅的阐述观点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13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14"/>
            </p:custDataLst>
          </p:nvPr>
        </p:nvSpPr>
        <p:spPr>
          <a:xfrm>
            <a:off x="3976688" y="5714683"/>
            <a:ext cx="4334524" cy="9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单击输入你的项正文，文字是您思想的提炼，请尽量言简意赅的阐述观点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椭圆"/>
          <p:cNvSpPr/>
          <p:nvPr>
            <p:custDataLst>
              <p:tags r:id="rId15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8" name="椭圆 7"/>
          <p:cNvSpPr/>
          <p:nvPr>
            <p:custDataLst>
              <p:tags r:id="rId16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7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18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3887153" y="2022475"/>
            <a:ext cx="4326890" cy="432689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35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4926648" y="3061971"/>
            <a:ext cx="2247900" cy="224790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5087302" y="3214371"/>
            <a:ext cx="1944000" cy="1944000"/>
          </a:xfrm>
          <a:prstGeom prst="ellipse">
            <a:avLst/>
          </a:prstGeom>
          <a:gradFill>
            <a:gsLst>
              <a:gs pos="100000">
                <a:schemeClr val="accent1">
                  <a:alpha val="100000"/>
                </a:schemeClr>
              </a:gs>
              <a:gs pos="50000">
                <a:schemeClr val="accent1">
                  <a:lumMod val="80000"/>
                  <a:lumOff val="2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2159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4332288" y="2467611"/>
            <a:ext cx="3436620" cy="3437255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699453" y="2691131"/>
            <a:ext cx="318770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99453" y="1885950"/>
            <a:ext cx="31877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699453" y="5404486"/>
            <a:ext cx="318600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单击此处添加文本具体内容，简明扼要地阐述您的观点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99453" y="4621531"/>
            <a:ext cx="31860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添加项标题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8304848" y="4022091"/>
            <a:ext cx="318770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根据需要可酌情增减文字，以便观者准确地理解您传达的思想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8304848" y="3229611"/>
            <a:ext cx="31877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  <a:cs typeface="+mn-ea"/>
              </a:rPr>
              <a:t>添加项标题</a:t>
            </a:r>
            <a:endParaRPr lang="zh-CN" altLang="en-US" sz="2400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6" name="弧形 15"/>
          <p:cNvSpPr/>
          <p:nvPr>
            <p:custDataLst>
              <p:tags r:id="rId12"/>
            </p:custDataLst>
          </p:nvPr>
        </p:nvSpPr>
        <p:spPr>
          <a:xfrm rot="13140000">
            <a:off x="4632008" y="2785110"/>
            <a:ext cx="2808474" cy="2808474"/>
          </a:xfrm>
          <a:prstGeom prst="arc">
            <a:avLst>
              <a:gd name="adj1" fmla="val 16909494"/>
              <a:gd name="adj2" fmla="val 103454"/>
            </a:avLst>
          </a:prstGeom>
          <a:ln w="6350">
            <a:gradFill>
              <a:gsLst>
                <a:gs pos="0">
                  <a:schemeClr val="accent1">
                    <a:alpha val="0"/>
                  </a:schemeClr>
                </a:gs>
                <a:gs pos="35000">
                  <a:schemeClr val="accent1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13"/>
            </p:custDataLst>
          </p:nvPr>
        </p:nvSpPr>
        <p:spPr>
          <a:xfrm>
            <a:off x="5272723" y="4157346"/>
            <a:ext cx="1573530" cy="5892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添加标题</a:t>
            </a:r>
            <a:endParaRPr lang="zh-CN" altLang="en-US" sz="24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27" name="图片 11" descr="343439383331313b343532303032373bbfcdbba7b5b5b0b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34698" y="3700781"/>
            <a:ext cx="432000" cy="432000"/>
          </a:xfrm>
          <a:prstGeom prst="rect">
            <a:avLst/>
          </a:prstGeom>
        </p:spPr>
      </p:pic>
      <p:sp>
        <p:nvSpPr>
          <p:cNvPr id="8" name="椭圆 7"/>
          <p:cNvSpPr/>
          <p:nvPr>
            <p:custDataLst>
              <p:tags r:id="rId17"/>
            </p:custDataLst>
          </p:nvPr>
        </p:nvSpPr>
        <p:spPr>
          <a:xfrm>
            <a:off x="7450138" y="3841116"/>
            <a:ext cx="584200" cy="584200"/>
          </a:xfrm>
          <a:prstGeom prst="ellipse">
            <a:avLst/>
          </a:prstGeom>
          <a:gradFill>
            <a:gsLst>
              <a:gs pos="50000">
                <a:schemeClr val="accent2">
                  <a:lumMod val="80000"/>
                  <a:lumOff val="2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lin ang="18900000" scaled="0"/>
          </a:gradFill>
          <a:ln>
            <a:noFill/>
          </a:ln>
          <a:effectLst>
            <a:outerShdw blurRad="139700" dist="508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18"/>
            </p:custDataLst>
          </p:nvPr>
        </p:nvSpPr>
        <p:spPr>
          <a:xfrm>
            <a:off x="4931728" y="5414646"/>
            <a:ext cx="584200" cy="584200"/>
          </a:xfrm>
          <a:prstGeom prst="ellipse">
            <a:avLst/>
          </a:prstGeom>
          <a:gradFill>
            <a:gsLst>
              <a:gs pos="5000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8900000" scaled="0"/>
          </a:gra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9"/>
            </p:custDataLst>
          </p:nvPr>
        </p:nvSpPr>
        <p:spPr>
          <a:xfrm>
            <a:off x="4828223" y="2446656"/>
            <a:ext cx="584200" cy="584200"/>
          </a:xfrm>
          <a:prstGeom prst="ellipse">
            <a:avLst/>
          </a:prstGeom>
          <a:gradFill>
            <a:gsLst>
              <a:gs pos="5000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8900000" scaled="0"/>
          </a:gra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23" name="图片 4" descr="343439383331313b343532303032303bb8f6c8cbd0c5cfa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96188" y="3990976"/>
            <a:ext cx="288000" cy="288000"/>
          </a:xfrm>
          <a:prstGeom prst="rect">
            <a:avLst/>
          </a:prstGeom>
        </p:spPr>
      </p:pic>
      <p:pic>
        <p:nvPicPr>
          <p:cNvPr id="13" name="图片 3" descr="343439383331313b343532303031393bd2b5bca8b9dcc0e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080317" y="5588001"/>
            <a:ext cx="288000" cy="288000"/>
          </a:xfrm>
          <a:prstGeom prst="rect">
            <a:avLst/>
          </a:prstGeom>
        </p:spPr>
      </p:pic>
      <p:pic>
        <p:nvPicPr>
          <p:cNvPr id="11" name="图片 16" descr="343439383331313b343532303033323bd3a6d3c3b9dcc0ed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69828" y="2594611"/>
            <a:ext cx="288000" cy="288000"/>
          </a:xfrm>
          <a:prstGeom prst="rect">
            <a:avLst/>
          </a:prstGeom>
        </p:spPr>
      </p:pic>
      <p:sp>
        <p:nvSpPr>
          <p:cNvPr id="30" name="弧形 29"/>
          <p:cNvSpPr/>
          <p:nvPr>
            <p:custDataLst>
              <p:tags r:id="rId29"/>
            </p:custDataLst>
          </p:nvPr>
        </p:nvSpPr>
        <p:spPr>
          <a:xfrm rot="20393373">
            <a:off x="4630103" y="2785110"/>
            <a:ext cx="2808474" cy="2808474"/>
          </a:xfrm>
          <a:prstGeom prst="arc">
            <a:avLst>
              <a:gd name="adj1" fmla="val 16909494"/>
              <a:gd name="adj2" fmla="val 103454"/>
            </a:avLst>
          </a:prstGeom>
          <a:ln w="6350">
            <a:gradFill>
              <a:gsLst>
                <a:gs pos="0">
                  <a:schemeClr val="accent1">
                    <a:alpha val="0"/>
                  </a:schemeClr>
                </a:gs>
                <a:gs pos="35000">
                  <a:schemeClr val="accent1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31" name="弧形 30"/>
          <p:cNvSpPr/>
          <p:nvPr>
            <p:custDataLst>
              <p:tags r:id="rId30"/>
            </p:custDataLst>
          </p:nvPr>
        </p:nvSpPr>
        <p:spPr>
          <a:xfrm rot="6016544">
            <a:off x="4630103" y="2784475"/>
            <a:ext cx="2808474" cy="2808474"/>
          </a:xfrm>
          <a:prstGeom prst="arc">
            <a:avLst>
              <a:gd name="adj1" fmla="val 16909494"/>
              <a:gd name="adj2" fmla="val 103454"/>
            </a:avLst>
          </a:prstGeom>
          <a:ln w="6350">
            <a:gradFill>
              <a:gsLst>
                <a:gs pos="0">
                  <a:schemeClr val="accent2">
                    <a:alpha val="0"/>
                  </a:schemeClr>
                </a:gs>
                <a:gs pos="35000">
                  <a:schemeClr val="accent2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6" name="任意多边形: 形状 45"/>
          <p:cNvSpPr/>
          <p:nvPr>
            <p:custDataLst>
              <p:tags r:id="rId2"/>
            </p:custDataLst>
          </p:nvPr>
        </p:nvSpPr>
        <p:spPr>
          <a:xfrm>
            <a:off x="5529263" y="4967605"/>
            <a:ext cx="2719539" cy="1430389"/>
          </a:xfrm>
          <a:custGeom>
            <a:avLst/>
            <a:gdLst>
              <a:gd name="connsiteX0" fmla="*/ 1334340 w 2668680"/>
              <a:gd name="connsiteY0" fmla="*/ 1534736 h 1534735"/>
              <a:gd name="connsiteX1" fmla="*/ 0 w 2668680"/>
              <a:gd name="connsiteY1" fmla="*/ 757593 h 1534735"/>
              <a:gd name="connsiteX2" fmla="*/ 1334340 w 2668680"/>
              <a:gd name="connsiteY2" fmla="*/ 0 h 1534735"/>
              <a:gd name="connsiteX3" fmla="*/ 2668681 w 2668680"/>
              <a:gd name="connsiteY3" fmla="*/ 76248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00000"/>
                </a:schemeClr>
              </a:gs>
              <a:gs pos="35000">
                <a:schemeClr val="accent1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任意多边形: 形状 51"/>
          <p:cNvSpPr/>
          <p:nvPr>
            <p:custDataLst>
              <p:tags r:id="rId3"/>
            </p:custDataLst>
          </p:nvPr>
        </p:nvSpPr>
        <p:spPr>
          <a:xfrm>
            <a:off x="6050598" y="5239385"/>
            <a:ext cx="1676883" cy="886781"/>
          </a:xfrm>
          <a:custGeom>
            <a:avLst/>
            <a:gdLst>
              <a:gd name="connsiteX0" fmla="*/ 826020 w 1645523"/>
              <a:gd name="connsiteY0" fmla="*/ 951471 h 951471"/>
              <a:gd name="connsiteX1" fmla="*/ 0 w 1645523"/>
              <a:gd name="connsiteY1" fmla="*/ 457814 h 951471"/>
              <a:gd name="connsiteX2" fmla="*/ 817874 w 1645523"/>
              <a:gd name="connsiteY2" fmla="*/ 0 h 951471"/>
              <a:gd name="connsiteX3" fmla="*/ 1645523 w 1645523"/>
              <a:gd name="connsiteY3" fmla="*/ 469219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任意多边形: 形状 52"/>
          <p:cNvSpPr/>
          <p:nvPr>
            <p:custDataLst>
              <p:tags r:id="rId4"/>
            </p:custDataLst>
          </p:nvPr>
        </p:nvSpPr>
        <p:spPr>
          <a:xfrm>
            <a:off x="6888798" y="3488690"/>
            <a:ext cx="2717878" cy="1430389"/>
          </a:xfrm>
          <a:custGeom>
            <a:avLst/>
            <a:gdLst>
              <a:gd name="connsiteX0" fmla="*/ 1334340 w 2667051"/>
              <a:gd name="connsiteY0" fmla="*/ 1534736 h 1534735"/>
              <a:gd name="connsiteX1" fmla="*/ 0 w 2667051"/>
              <a:gd name="connsiteY1" fmla="*/ 757592 h 1534735"/>
              <a:gd name="connsiteX2" fmla="*/ 1334340 w 2667051"/>
              <a:gd name="connsiteY2" fmla="*/ 0 h 1534735"/>
              <a:gd name="connsiteX3" fmla="*/ 2667052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  <a:alpha val="100000"/>
                </a:schemeClr>
              </a:gs>
              <a:gs pos="35000">
                <a:schemeClr val="accent2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任意多边形: 形状 53"/>
          <p:cNvSpPr/>
          <p:nvPr>
            <p:custDataLst>
              <p:tags r:id="rId5"/>
            </p:custDataLst>
          </p:nvPr>
        </p:nvSpPr>
        <p:spPr>
          <a:xfrm>
            <a:off x="7410133" y="3760470"/>
            <a:ext cx="1676883" cy="886780"/>
          </a:xfrm>
          <a:custGeom>
            <a:avLst/>
            <a:gdLst>
              <a:gd name="connsiteX0" fmla="*/ 826020 w 1645523"/>
              <a:gd name="connsiteY0" fmla="*/ 951471 h 951470"/>
              <a:gd name="connsiteX1" fmla="*/ 0 w 1645523"/>
              <a:gd name="connsiteY1" fmla="*/ 459443 h 951470"/>
              <a:gd name="connsiteX2" fmla="*/ 817874 w 1645523"/>
              <a:gd name="connsiteY2" fmla="*/ 0 h 951470"/>
              <a:gd name="connsiteX3" fmla="*/ 1645523 w 1645523"/>
              <a:gd name="connsiteY3" fmla="*/ 470848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任意多边形: 形状 56"/>
          <p:cNvSpPr/>
          <p:nvPr>
            <p:custDataLst>
              <p:tags r:id="rId6"/>
            </p:custDataLst>
          </p:nvPr>
        </p:nvSpPr>
        <p:spPr>
          <a:xfrm>
            <a:off x="8248968" y="2009775"/>
            <a:ext cx="2717878" cy="1430389"/>
          </a:xfrm>
          <a:custGeom>
            <a:avLst/>
            <a:gdLst>
              <a:gd name="connsiteX0" fmla="*/ 1332711 w 2667051"/>
              <a:gd name="connsiteY0" fmla="*/ 1534736 h 1534735"/>
              <a:gd name="connsiteX1" fmla="*/ 0 w 2667051"/>
              <a:gd name="connsiteY1" fmla="*/ 759222 h 1534735"/>
              <a:gd name="connsiteX2" fmla="*/ 1332711 w 2667051"/>
              <a:gd name="connsiteY2" fmla="*/ 0 h 1534735"/>
              <a:gd name="connsiteX3" fmla="*/ 2667051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00000"/>
                </a:schemeClr>
              </a:gs>
              <a:gs pos="35000">
                <a:schemeClr val="accent1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0" name="任意多边形: 形状 59"/>
          <p:cNvSpPr/>
          <p:nvPr>
            <p:custDataLst>
              <p:tags r:id="rId7"/>
            </p:custDataLst>
          </p:nvPr>
        </p:nvSpPr>
        <p:spPr>
          <a:xfrm>
            <a:off x="8768398" y="2281555"/>
            <a:ext cx="1678543" cy="886781"/>
          </a:xfrm>
          <a:custGeom>
            <a:avLst/>
            <a:gdLst>
              <a:gd name="connsiteX0" fmla="*/ 827649 w 1647152"/>
              <a:gd name="connsiteY0" fmla="*/ 951471 h 951471"/>
              <a:gd name="connsiteX1" fmla="*/ 0 w 1647152"/>
              <a:gd name="connsiteY1" fmla="*/ 459443 h 951471"/>
              <a:gd name="connsiteX2" fmla="*/ 819503 w 1647152"/>
              <a:gd name="connsiteY2" fmla="*/ 0 h 951471"/>
              <a:gd name="connsiteX3" fmla="*/ 1647153 w 1647152"/>
              <a:gd name="connsiteY3" fmla="*/ 470848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任意多边形: 形状 60"/>
          <p:cNvSpPr/>
          <p:nvPr>
            <p:custDataLst>
              <p:tags r:id="rId8"/>
            </p:custDataLst>
          </p:nvPr>
        </p:nvSpPr>
        <p:spPr>
          <a:xfrm>
            <a:off x="6886258" y="4190365"/>
            <a:ext cx="1359769" cy="1483536"/>
          </a:xfrm>
          <a:custGeom>
            <a:avLst/>
            <a:gdLst>
              <a:gd name="connsiteX0" fmla="*/ 0 w 1334340"/>
              <a:gd name="connsiteY0" fmla="*/ 0 h 1591759"/>
              <a:gd name="connsiteX1" fmla="*/ 0 w 1334340"/>
              <a:gd name="connsiteY1" fmla="*/ 829279 h 1591759"/>
              <a:gd name="connsiteX2" fmla="*/ 1334340 w 1334340"/>
              <a:gd name="connsiteY2" fmla="*/ 1591759 h 1591759"/>
              <a:gd name="connsiteX3" fmla="*/ 1334340 w 1334340"/>
              <a:gd name="connsiteY3" fmla="*/ 777144 h 159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任意多边形: 形状 61"/>
          <p:cNvSpPr/>
          <p:nvPr>
            <p:custDataLst>
              <p:tags r:id="rId9"/>
            </p:custDataLst>
          </p:nvPr>
        </p:nvSpPr>
        <p:spPr>
          <a:xfrm>
            <a:off x="8248968" y="2717165"/>
            <a:ext cx="1358109" cy="1483535"/>
          </a:xfrm>
          <a:custGeom>
            <a:avLst/>
            <a:gdLst>
              <a:gd name="connsiteX0" fmla="*/ 0 w 1332711"/>
              <a:gd name="connsiteY0" fmla="*/ 0 h 1591758"/>
              <a:gd name="connsiteX1" fmla="*/ 0 w 1332711"/>
              <a:gd name="connsiteY1" fmla="*/ 827650 h 1591758"/>
              <a:gd name="connsiteX2" fmla="*/ 1332711 w 1332711"/>
              <a:gd name="connsiteY2" fmla="*/ 1591759 h 1591758"/>
              <a:gd name="connsiteX3" fmla="*/ 1332711 w 1332711"/>
              <a:gd name="connsiteY3" fmla="*/ 775514 h 159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任意多边形: 形状 62"/>
          <p:cNvSpPr/>
          <p:nvPr>
            <p:custDataLst>
              <p:tags r:id="rId10"/>
            </p:custDataLst>
          </p:nvPr>
        </p:nvSpPr>
        <p:spPr>
          <a:xfrm>
            <a:off x="6888798" y="2721610"/>
            <a:ext cx="4077648" cy="3864481"/>
          </a:xfrm>
          <a:custGeom>
            <a:avLst/>
            <a:gdLst>
              <a:gd name="connsiteX0" fmla="*/ 2667052 w 4001391"/>
              <a:gd name="connsiteY0" fmla="*/ 772256 h 4146393"/>
              <a:gd name="connsiteX1" fmla="*/ 2667052 w 4001391"/>
              <a:gd name="connsiteY1" fmla="*/ 1586871 h 4146393"/>
              <a:gd name="connsiteX2" fmla="*/ 1334340 w 4001391"/>
              <a:gd name="connsiteY2" fmla="*/ 2357498 h 4146393"/>
              <a:gd name="connsiteX3" fmla="*/ 1334340 w 4001391"/>
              <a:gd name="connsiteY3" fmla="*/ 3172113 h 4146393"/>
              <a:gd name="connsiteX4" fmla="*/ 0 w 4001391"/>
              <a:gd name="connsiteY4" fmla="*/ 3944369 h 4146393"/>
              <a:gd name="connsiteX5" fmla="*/ 0 w 4001391"/>
              <a:gd name="connsiteY5" fmla="*/ 4146393 h 4146393"/>
              <a:gd name="connsiteX6" fmla="*/ 1502151 w 4001391"/>
              <a:gd name="connsiteY6" fmla="*/ 3273126 h 4146393"/>
              <a:gd name="connsiteX7" fmla="*/ 1502151 w 4001391"/>
              <a:gd name="connsiteY7" fmla="*/ 2456881 h 4146393"/>
              <a:gd name="connsiteX8" fmla="*/ 2825087 w 4001391"/>
              <a:gd name="connsiteY8" fmla="*/ 1687884 h 4146393"/>
              <a:gd name="connsiteX9" fmla="*/ 2825087 w 4001391"/>
              <a:gd name="connsiteY9" fmla="*/ 863493 h 4146393"/>
              <a:gd name="connsiteX10" fmla="*/ 4001392 w 4001391"/>
              <a:gd name="connsiteY10" fmla="*/ 190620 h 4146393"/>
              <a:gd name="connsiteX11" fmla="*/ 4001392 w 4001391"/>
              <a:gd name="connsiteY11" fmla="*/ 0 h 414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chemeClr val="tx1">
              <a:lumMod val="35000"/>
              <a:lumOff val="65000"/>
              <a:alpha val="3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任意多边形: 形状 63"/>
          <p:cNvSpPr/>
          <p:nvPr>
            <p:custDataLst>
              <p:tags r:id="rId11"/>
            </p:custDataLst>
          </p:nvPr>
        </p:nvSpPr>
        <p:spPr>
          <a:xfrm>
            <a:off x="5529263" y="5673725"/>
            <a:ext cx="1359769" cy="912594"/>
          </a:xfrm>
          <a:custGeom>
            <a:avLst/>
            <a:gdLst>
              <a:gd name="connsiteX0" fmla="*/ 1334340 w 1334340"/>
              <a:gd name="connsiteY0" fmla="*/ 777143 h 979167"/>
              <a:gd name="connsiteX1" fmla="*/ 0 w 1334340"/>
              <a:gd name="connsiteY1" fmla="*/ 0 h 979167"/>
              <a:gd name="connsiteX2" fmla="*/ 0 w 1334340"/>
              <a:gd name="connsiteY2" fmla="*/ 215058 h 979167"/>
              <a:gd name="connsiteX3" fmla="*/ 1334340 w 1334340"/>
              <a:gd name="connsiteY3" fmla="*/ 979168 h 97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8" name="图片 12" descr="343439383331313b343532303032383bbfcdbba7b9dcc0ed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5118" y="5448935"/>
            <a:ext cx="468000" cy="468000"/>
          </a:xfrm>
          <a:prstGeom prst="rect">
            <a:avLst/>
          </a:prstGeom>
        </p:spPr>
      </p:pic>
      <p:pic>
        <p:nvPicPr>
          <p:cNvPr id="29" name="图片 19" descr="343439383331313b343532303033353bc4dcd0a7b7fecef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14653" y="3969385"/>
            <a:ext cx="468000" cy="468000"/>
          </a:xfrm>
          <a:prstGeom prst="rect">
            <a:avLst/>
          </a:prstGeom>
        </p:spPr>
      </p:pic>
      <p:pic>
        <p:nvPicPr>
          <p:cNvPr id="30" name="图片 5" descr="343439383331313b343532303032323bb2fac6b7d5b9cab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73553" y="2490470"/>
            <a:ext cx="468000" cy="46800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21"/>
            </p:custDataLst>
          </p:nvPr>
        </p:nvSpPr>
        <p:spPr>
          <a:xfrm>
            <a:off x="5598478" y="1764030"/>
            <a:ext cx="2485719" cy="14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单击此处添加文本具体内容，文字是您思想的提炼，简明扼要地阐述您的观点根据需要可酌情增减文字，以便观者能够准确地理解您所传达的思想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2"/>
            </p:custDataLst>
          </p:nvPr>
        </p:nvSpPr>
        <p:spPr>
          <a:xfrm>
            <a:off x="4107498" y="176149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20XX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23"/>
            </p:custDataLst>
          </p:nvPr>
        </p:nvSpPr>
        <p:spPr>
          <a:xfrm>
            <a:off x="4170997" y="3373120"/>
            <a:ext cx="2485719" cy="14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单击此处添加文本具体内容，简明扼要地阐述您的内容观点根据需要可酌情增减文字，以便观者能够准确地理解您所传达的思想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1" name="矩形 70"/>
          <p:cNvSpPr/>
          <p:nvPr>
            <p:custDataLst>
              <p:tags r:id="rId24"/>
            </p:custDataLst>
          </p:nvPr>
        </p:nvSpPr>
        <p:spPr>
          <a:xfrm>
            <a:off x="2702243" y="336931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en-US" altLang="zh-CN" sz="2400" b="1" kern="0" dirty="0">
                <a:solidFill>
                  <a:schemeClr val="accent2"/>
                </a:solidFill>
                <a:cs typeface="+mn-lt"/>
              </a:rPr>
              <a:t>20XX</a:t>
            </a:r>
            <a:endParaRPr lang="en-US" altLang="zh-CN" sz="2400" b="1" kern="0" dirty="0">
              <a:solidFill>
                <a:schemeClr val="accent2"/>
              </a:solidFill>
              <a:cs typeface="+mn-lt"/>
            </a:endParaRPr>
          </a:p>
        </p:txBody>
      </p:sp>
      <p:sp>
        <p:nvSpPr>
          <p:cNvPr id="72" name="文本框 71"/>
          <p:cNvSpPr txBox="1"/>
          <p:nvPr>
            <p:custDataLst>
              <p:tags r:id="rId25"/>
            </p:custDataLst>
          </p:nvPr>
        </p:nvSpPr>
        <p:spPr>
          <a:xfrm>
            <a:off x="2716848" y="4947920"/>
            <a:ext cx="2485719" cy="14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单击此处添加文本具体内容，文字是您思想的提炼，简明扼要地阐述您的观点根据需要可酌情增减文字，以便观者能够准确地理解您所传达的思想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73" name="矩形 72"/>
          <p:cNvSpPr/>
          <p:nvPr>
            <p:custDataLst>
              <p:tags r:id="rId26"/>
            </p:custDataLst>
          </p:nvPr>
        </p:nvSpPr>
        <p:spPr>
          <a:xfrm>
            <a:off x="1225233" y="494030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en-US" altLang="zh-CN" sz="2400" b="1" kern="0" dirty="0">
                <a:solidFill>
                  <a:schemeClr val="accent1"/>
                </a:solidFill>
                <a:cs typeface="+mn-lt"/>
              </a:rPr>
              <a:t>20XX</a:t>
            </a:r>
            <a:endParaRPr lang="en-US" altLang="zh-CN" sz="2400" b="1" kern="0" dirty="0">
              <a:solidFill>
                <a:schemeClr val="accent1"/>
              </a:solidFill>
              <a:cs typeface="+mn-lt"/>
            </a:endParaRPr>
          </a:p>
        </p:txBody>
      </p:sp>
      <p:sp>
        <p:nvSpPr>
          <p:cNvPr id="74" name="矩形 73"/>
          <p:cNvSpPr/>
          <p:nvPr>
            <p:custDataLst>
              <p:tags r:id="rId27"/>
            </p:custDataLst>
          </p:nvPr>
        </p:nvSpPr>
        <p:spPr>
          <a:xfrm>
            <a:off x="5358448" y="1837690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  <a:alpha val="100000"/>
                </a:schemeClr>
              </a:gs>
              <a:gs pos="0">
                <a:schemeClr val="accent1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5" name="矩形 74"/>
          <p:cNvSpPr/>
          <p:nvPr>
            <p:custDataLst>
              <p:tags r:id="rId28"/>
            </p:custDataLst>
          </p:nvPr>
        </p:nvSpPr>
        <p:spPr>
          <a:xfrm>
            <a:off x="3932873" y="3448050"/>
            <a:ext cx="66421" cy="494532"/>
          </a:xfrm>
          <a:prstGeom prst="rect">
            <a:avLst/>
          </a:prstGeom>
          <a:gradFill>
            <a:gsLst>
              <a:gs pos="100000">
                <a:schemeClr val="accent2">
                  <a:lumMod val="40000"/>
                  <a:lumOff val="60000"/>
                  <a:alpha val="100000"/>
                </a:schemeClr>
              </a:gs>
              <a:gs pos="0">
                <a:schemeClr val="accent2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6" name="矩形 75"/>
          <p:cNvSpPr/>
          <p:nvPr>
            <p:custDataLst>
              <p:tags r:id="rId29"/>
            </p:custDataLst>
          </p:nvPr>
        </p:nvSpPr>
        <p:spPr>
          <a:xfrm>
            <a:off x="2471738" y="5019040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  <a:alpha val="100000"/>
                </a:schemeClr>
              </a:gs>
              <a:gs pos="0">
                <a:schemeClr val="accent1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77" name="直接连接符 76"/>
          <p:cNvCxnSpPr/>
          <p:nvPr>
            <p:custDataLst>
              <p:tags r:id="rId30"/>
            </p:custDataLst>
          </p:nvPr>
        </p:nvCxnSpPr>
        <p:spPr>
          <a:xfrm>
            <a:off x="8163878" y="2198370"/>
            <a:ext cx="1078706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>
            <p:custDataLst>
              <p:tags r:id="rId31"/>
            </p:custDataLst>
          </p:nvPr>
        </p:nvCxnSpPr>
        <p:spPr>
          <a:xfrm>
            <a:off x="6739573" y="3806190"/>
            <a:ext cx="904875" cy="0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>
            <p:custDataLst>
              <p:tags r:id="rId32"/>
            </p:custDataLst>
          </p:nvPr>
        </p:nvCxnSpPr>
        <p:spPr>
          <a:xfrm>
            <a:off x="5301298" y="5379720"/>
            <a:ext cx="795338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2"/>
            </p:custDataLst>
          </p:nvPr>
        </p:nvSpPr>
        <p:spPr>
          <a:xfrm>
            <a:off x="1186815" y="4649788"/>
            <a:ext cx="2340610" cy="532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24560" y="5306378"/>
            <a:ext cx="2865755" cy="96964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请单击此处添加正文，文字是您思想的提炼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51" name="图片 50"/>
          <p:cNvPicPr/>
          <p:nvPr>
            <p:custDataLst>
              <p:tags r:id="rId4"/>
            </p:custDataLst>
          </p:nvPr>
        </p:nvPicPr>
        <p:blipFill rotWithShape="1">
          <a:blip r:embed="rId5"/>
          <a:srcRect l="4035" t="3580" r="4035" b="4490"/>
          <a:stretch>
            <a:fillRect/>
          </a:stretch>
        </p:blipFill>
        <p:spPr>
          <a:xfrm>
            <a:off x="8669020" y="2071688"/>
            <a:ext cx="2340000" cy="2340000"/>
          </a:xfrm>
          <a:prstGeom prst="ellipse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圆角矩形 19"/>
          <p:cNvSpPr/>
          <p:nvPr>
            <p:custDataLst>
              <p:tags r:id="rId6"/>
            </p:custDataLst>
          </p:nvPr>
        </p:nvSpPr>
        <p:spPr>
          <a:xfrm>
            <a:off x="4933950" y="4649788"/>
            <a:ext cx="2340610" cy="53276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672965" y="5306378"/>
            <a:ext cx="2863215" cy="96456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请单击此处添加正文，文字是您思想的提炼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4809" t="5755" r="4784" b="4389"/>
          <a:stretch>
            <a:fillRect/>
          </a:stretch>
        </p:blipFill>
        <p:spPr>
          <a:xfrm>
            <a:off x="1187450" y="2071688"/>
            <a:ext cx="2339975" cy="2340000"/>
          </a:xfrm>
          <a:prstGeom prst="ellipse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9" name="圆角矩形 28"/>
          <p:cNvSpPr/>
          <p:nvPr>
            <p:custDataLst>
              <p:tags r:id="rId10"/>
            </p:custDataLst>
          </p:nvPr>
        </p:nvSpPr>
        <p:spPr>
          <a:xfrm>
            <a:off x="8668385" y="4649788"/>
            <a:ext cx="2341245" cy="5327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8409940" y="5306378"/>
            <a:ext cx="2858135" cy="96964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请单击此处添加正文，文字是您思想的提炼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5863" t="5663" r="4192" b="4393"/>
          <a:stretch>
            <a:fillRect/>
          </a:stretch>
        </p:blipFill>
        <p:spPr>
          <a:xfrm>
            <a:off x="4934585" y="2071688"/>
            <a:ext cx="2339975" cy="2340000"/>
          </a:xfrm>
          <a:prstGeom prst="ellipse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1964373" y="5552440"/>
            <a:ext cx="2899103" cy="549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p>
            <a:pPr algn="r"/>
            <a:r>
              <a:rPr lang="zh-CN" altLang="en-US" sz="2000" b="1" kern="0" dirty="0">
                <a:solidFill>
                  <a:schemeClr val="accent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单击添加标题</a:t>
            </a:r>
            <a:endParaRPr lang="zh-CN" altLang="en-US" sz="2000" b="1" kern="0" dirty="0">
              <a:solidFill>
                <a:schemeClr val="accent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1964373" y="6105525"/>
            <a:ext cx="2899103" cy="427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p>
            <a:pPr algn="r"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+mn-ea"/>
              </a:rPr>
              <a:t>单击输入智能图形项正文内容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cxnSp>
        <p:nvCxnSpPr>
          <p:cNvPr id="38" name="直接箭头连接符 37"/>
          <p:cNvCxnSpPr/>
          <p:nvPr>
            <p:custDataLst>
              <p:tags r:id="rId4"/>
            </p:custDataLst>
          </p:nvPr>
        </p:nvCxnSpPr>
        <p:spPr>
          <a:xfrm flipH="1" flipV="1">
            <a:off x="3662363" y="2334895"/>
            <a:ext cx="542290" cy="408305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 flipH="1">
            <a:off x="3889058" y="2244090"/>
            <a:ext cx="2721840" cy="2721840"/>
          </a:xfrm>
          <a:prstGeom prst="ellipse">
            <a:avLst/>
          </a:prstGeom>
          <a:solidFill>
            <a:schemeClr val="accent1">
              <a:lumMod val="75000"/>
              <a:lumOff val="25000"/>
              <a:alpha val="90000"/>
            </a:schemeClr>
          </a:solidFill>
          <a:ln>
            <a:noFill/>
          </a:ln>
          <a:effectLst>
            <a:outerShdw blurRad="50800" dist="38100" dir="13500000" algn="b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椭圆 20"/>
          <p:cNvSpPr/>
          <p:nvPr>
            <p:custDataLst>
              <p:tags r:id="rId6"/>
            </p:custDataLst>
          </p:nvPr>
        </p:nvSpPr>
        <p:spPr>
          <a:xfrm flipH="1">
            <a:off x="3620453" y="2002155"/>
            <a:ext cx="3207023" cy="3207021"/>
          </a:xfrm>
          <a:prstGeom prst="ellipse">
            <a:avLst/>
          </a:prstGeom>
          <a:noFill/>
          <a:ln>
            <a:solidFill>
              <a:schemeClr val="accent1">
                <a:lumMod val="75000"/>
                <a:lumOff val="25000"/>
                <a:alpha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695643" y="1814195"/>
            <a:ext cx="2899103" cy="549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p>
            <a:pPr algn="r"/>
            <a:r>
              <a:rPr lang="zh-CN" altLang="en-US" sz="2000" b="1" kern="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单击添加标题</a:t>
            </a:r>
            <a:endParaRPr lang="zh-CN" altLang="en-US" sz="2000" b="1" kern="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695643" y="2367280"/>
            <a:ext cx="2899103" cy="427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p>
            <a:pPr algn="r"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+mn-ea"/>
              </a:rPr>
              <a:t>单击输入项正文具体内容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5719763" y="2489835"/>
            <a:ext cx="2799206" cy="2799205"/>
          </a:xfrm>
          <a:prstGeom prst="ellipse">
            <a:avLst/>
          </a:prstGeom>
          <a:noFill/>
          <a:ln>
            <a:solidFill>
              <a:schemeClr val="accent2">
                <a:alpha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8596948" y="2104390"/>
            <a:ext cx="2899103" cy="549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p>
            <a:r>
              <a:rPr lang="zh-CN" altLang="en-US" sz="2000" b="1" kern="0" dirty="0">
                <a:solidFill>
                  <a:schemeClr val="accent2"/>
                </a:solidFill>
                <a:latin typeface="Arial" panose="020B0604020202020204" pitchFamily="34" charset="0"/>
              </a:rPr>
              <a:t>单击添加标题</a:t>
            </a:r>
            <a:endParaRPr lang="zh-CN" altLang="en-US" sz="2000" b="1" kern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11"/>
            </p:custDataLst>
          </p:nvPr>
        </p:nvSpPr>
        <p:spPr>
          <a:xfrm>
            <a:off x="8596948" y="2657475"/>
            <a:ext cx="2899103" cy="4278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+mn-ea"/>
              </a:rPr>
              <a:t>单击输入您的智能图形项正文</a:t>
            </a:r>
            <a:endParaRPr lang="zh-CN" alt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 flipH="1">
            <a:off x="5917883" y="2688590"/>
            <a:ext cx="2402477" cy="2402476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>
            <a:outerShdw blurRad="50800" dist="38100" dir="13500000" algn="b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椭圆 21"/>
          <p:cNvSpPr/>
          <p:nvPr>
            <p:custDataLst>
              <p:tags r:id="rId13"/>
            </p:custDataLst>
          </p:nvPr>
        </p:nvSpPr>
        <p:spPr>
          <a:xfrm flipH="1">
            <a:off x="4929187" y="3844290"/>
            <a:ext cx="2146090" cy="2146089"/>
          </a:xfrm>
          <a:prstGeom prst="ellipse">
            <a:avLst/>
          </a:prstGeom>
          <a:noFill/>
          <a:ln>
            <a:solidFill>
              <a:schemeClr val="accent1">
                <a:lumMod val="50000"/>
                <a:lumOff val="50000"/>
                <a:alpha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29" name="直接箭头连接符 28"/>
          <p:cNvCxnSpPr/>
          <p:nvPr>
            <p:custDataLst>
              <p:tags r:id="rId14"/>
            </p:custDataLst>
          </p:nvPr>
        </p:nvCxnSpPr>
        <p:spPr>
          <a:xfrm flipH="1">
            <a:off x="4978083" y="5502275"/>
            <a:ext cx="436880" cy="402590"/>
          </a:xfrm>
          <a:prstGeom prst="straightConnector1">
            <a:avLst/>
          </a:prstGeom>
          <a:ln>
            <a:solidFill>
              <a:schemeClr val="accent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>
            <p:custDataLst>
              <p:tags r:id="rId15"/>
            </p:custDataLst>
          </p:nvPr>
        </p:nvSpPr>
        <p:spPr>
          <a:xfrm flipH="1">
            <a:off x="5171758" y="4084955"/>
            <a:ext cx="1660406" cy="1660406"/>
          </a:xfrm>
          <a:prstGeom prst="ellipse">
            <a:avLst/>
          </a:prstGeom>
          <a:solidFill>
            <a:schemeClr val="accent1">
              <a:lumMod val="50000"/>
              <a:lumOff val="50000"/>
              <a:alpha val="90000"/>
            </a:schemeClr>
          </a:solidFill>
          <a:ln>
            <a:noFill/>
          </a:ln>
          <a:effectLst>
            <a:outerShdw blurRad="50800" dist="38100" dir="13500000" algn="b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 flipH="1">
            <a:off x="5545138" y="4458335"/>
            <a:ext cx="913858" cy="913858"/>
          </a:xfrm>
          <a:prstGeom prst="ellipse">
            <a:avLst/>
          </a:prstGeom>
          <a:solidFill>
            <a:schemeClr val="l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26" name="图片 19" descr="343435383036303b343532343136343bcfeec4bfb7b6cea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21998" y="4735195"/>
            <a:ext cx="359999" cy="359999"/>
          </a:xfrm>
          <a:prstGeom prst="rect">
            <a:avLst/>
          </a:prstGeom>
        </p:spPr>
      </p:pic>
      <p:sp>
        <p:nvSpPr>
          <p:cNvPr id="6" name="椭圆 5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 flipH="1">
            <a:off x="6662738" y="3432810"/>
            <a:ext cx="913858" cy="913858"/>
          </a:xfrm>
          <a:prstGeom prst="ellipse">
            <a:avLst/>
          </a:prstGeom>
          <a:solidFill>
            <a:schemeClr val="l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 sz="2400" b="1" dirty="0">
              <a:solidFill>
                <a:schemeClr val="accent2"/>
              </a:solidFill>
            </a:endParaRPr>
          </a:p>
        </p:txBody>
      </p:sp>
      <p:pic>
        <p:nvPicPr>
          <p:cNvPr id="24" name="图片 5" descr="343435383036303b343532343134393bcdb7c4d4b7e7b1a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39598" y="3709670"/>
            <a:ext cx="359999" cy="359999"/>
          </a:xfrm>
          <a:prstGeom prst="rect">
            <a:avLst/>
          </a:prstGeom>
        </p:spPr>
      </p:pic>
      <p:sp>
        <p:nvSpPr>
          <p:cNvPr id="11" name="椭圆 10"/>
          <p:cNvSpPr/>
          <p:nvPr>
            <p:custDataLst>
              <p:tags r:id="rId24"/>
            </p:custDataLst>
          </p:nvPr>
        </p:nvSpPr>
        <p:spPr>
          <a:xfrm flipH="1">
            <a:off x="4793298" y="3148330"/>
            <a:ext cx="913858" cy="913858"/>
          </a:xfrm>
          <a:prstGeom prst="ellipse">
            <a:avLst/>
          </a:prstGeom>
          <a:solidFill>
            <a:schemeClr val="lt1">
              <a:lumMod val="88000"/>
              <a:lumOff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30" name="图片 23" descr="333639373138363b343435303830323bb9a4d7f7d7f7b7e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070157" y="3425190"/>
            <a:ext cx="360000" cy="360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8"/>
            </p:custDataLst>
          </p:nvPr>
        </p:nvCxnSpPr>
        <p:spPr>
          <a:xfrm flipV="1">
            <a:off x="7996238" y="2688590"/>
            <a:ext cx="541020" cy="424180"/>
          </a:xfrm>
          <a:prstGeom prst="line">
            <a:avLst/>
          </a:prstGeom>
          <a:ln>
            <a:solidFill>
              <a:schemeClr val="accent2">
                <a:lumMod val="90000"/>
                <a:lumOff val="1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0" y="5331143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69000">
                  <a:schemeClr val="accent1">
                    <a:alpha val="80000"/>
                  </a:schemeClr>
                </a:gs>
                <a:gs pos="39000">
                  <a:schemeClr val="accent1">
                    <a:alpha val="80000"/>
                  </a:schemeClr>
                </a:gs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>
            <p:custDataLst>
              <p:tags r:id="rId3"/>
            </p:custDataLst>
          </p:nvPr>
        </p:nvSpPr>
        <p:spPr>
          <a:xfrm>
            <a:off x="1629410" y="2430463"/>
            <a:ext cx="2493646" cy="1767451"/>
          </a:xfrm>
          <a:prstGeom prst="roundRect">
            <a:avLst>
              <a:gd name="adj" fmla="val 11892"/>
            </a:avLst>
          </a:prstGeom>
          <a:solidFill>
            <a:schemeClr val="accent1">
              <a:lumMod val="25000"/>
              <a:lumOff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950085" y="3132773"/>
            <a:ext cx="1852589" cy="885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单击输入项正文，文字是思想的提炼，请言简意赅的阐述观点。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: 圆角 16"/>
          <p:cNvSpPr/>
          <p:nvPr>
            <p:custDataLst>
              <p:tags r:id="rId5"/>
            </p:custDataLst>
          </p:nvPr>
        </p:nvSpPr>
        <p:spPr>
          <a:xfrm>
            <a:off x="1950085" y="2706688"/>
            <a:ext cx="1852589" cy="33978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b="1" spc="100">
                <a:solidFill>
                  <a:schemeClr val="accent1"/>
                </a:solidFill>
              </a:rPr>
              <a:t>添加项标题</a:t>
            </a:r>
            <a:endParaRPr lang="zh-CN" altLang="en-US" b="1" spc="100" dirty="0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2231390" y="5628323"/>
            <a:ext cx="129051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/>
            <a:r>
              <a:rPr lang="en-US" altLang="zh-CN" sz="1600" b="1" spc="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20XX</a:t>
            </a:r>
            <a:endParaRPr lang="en-US" altLang="zh-CN" sz="1600" b="1" spc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椭圆 29"/>
          <p:cNvSpPr/>
          <p:nvPr>
            <p:custDataLst>
              <p:tags r:id="rId7"/>
            </p:custDataLst>
          </p:nvPr>
        </p:nvSpPr>
        <p:spPr>
          <a:xfrm>
            <a:off x="2822575" y="5287328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 dirty="0">
              <a:solidFill>
                <a:schemeClr val="lt1"/>
              </a:solidFill>
            </a:endParaRPr>
          </a:p>
        </p:txBody>
      </p:sp>
      <p:cxnSp>
        <p:nvCxnSpPr>
          <p:cNvPr id="41" name="直接连接符 40"/>
          <p:cNvCxnSpPr/>
          <p:nvPr>
            <p:custDataLst>
              <p:tags r:id="rId8"/>
            </p:custDataLst>
          </p:nvPr>
        </p:nvCxnSpPr>
        <p:spPr>
          <a:xfrm flipV="1">
            <a:off x="2870200" y="4197668"/>
            <a:ext cx="0" cy="1089433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9"/>
            </p:custDataLst>
          </p:nvPr>
        </p:nvSpPr>
        <p:spPr>
          <a:xfrm>
            <a:off x="4848860" y="2430463"/>
            <a:ext cx="2493646" cy="1767451"/>
          </a:xfrm>
          <a:prstGeom prst="roundRect">
            <a:avLst>
              <a:gd name="adj" fmla="val 118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169535" y="3132773"/>
            <a:ext cx="1852589" cy="885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rgbClr val="FFFFFF"/>
                </a:solidFill>
              </a:rPr>
              <a:t>单击输入项正文，文字是思想的提炼，请言简意赅的阐述观点。</a:t>
            </a:r>
            <a:endParaRPr lang="zh-CN" altLang="en-US" sz="1400">
              <a:solidFill>
                <a:srgbClr val="FFFFFF"/>
              </a:solidFill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20" name="矩形: 圆角 19"/>
          <p:cNvSpPr/>
          <p:nvPr>
            <p:custDataLst>
              <p:tags r:id="rId11"/>
            </p:custDataLst>
          </p:nvPr>
        </p:nvSpPr>
        <p:spPr>
          <a:xfrm>
            <a:off x="5169535" y="2706688"/>
            <a:ext cx="1852589" cy="33978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b="1" spc="100">
                <a:solidFill>
                  <a:srgbClr val="FFFFFF"/>
                </a:solidFill>
              </a:rPr>
              <a:t>添加项标题</a:t>
            </a:r>
            <a:endParaRPr lang="zh-CN" altLang="en-US" b="1" spc="100" dirty="0">
              <a:solidFill>
                <a:srgbClr val="FFFFFF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5450840" y="5628323"/>
            <a:ext cx="129051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/>
            <a:r>
              <a:rPr lang="en-US" altLang="zh-CN" sz="1600" b="1" spc="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20XX</a:t>
            </a:r>
            <a:endParaRPr lang="en-US" altLang="zh-CN" sz="1600" b="1" spc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3"/>
            </p:custDataLst>
          </p:nvPr>
        </p:nvSpPr>
        <p:spPr>
          <a:xfrm>
            <a:off x="6031865" y="5287328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 dirty="0">
              <a:solidFill>
                <a:schemeClr val="lt1"/>
              </a:solidFill>
            </a:endParaRPr>
          </a:p>
        </p:txBody>
      </p:sp>
      <p:cxnSp>
        <p:nvCxnSpPr>
          <p:cNvPr id="42" name="直接连接符 41"/>
          <p:cNvCxnSpPr/>
          <p:nvPr>
            <p:custDataLst>
              <p:tags r:id="rId14"/>
            </p:custDataLst>
          </p:nvPr>
        </p:nvCxnSpPr>
        <p:spPr>
          <a:xfrm flipV="1">
            <a:off x="6079490" y="4197668"/>
            <a:ext cx="0" cy="1089433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15"/>
            </p:custDataLst>
          </p:nvPr>
        </p:nvSpPr>
        <p:spPr>
          <a:xfrm>
            <a:off x="8068310" y="2430463"/>
            <a:ext cx="2493646" cy="1767451"/>
          </a:xfrm>
          <a:prstGeom prst="roundRect">
            <a:avLst>
              <a:gd name="adj" fmla="val 11892"/>
            </a:avLst>
          </a:prstGeom>
          <a:solidFill>
            <a:schemeClr val="accent1">
              <a:lumMod val="25000"/>
              <a:lumOff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8388985" y="3132773"/>
            <a:ext cx="1852589" cy="885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单击输入项正文，文字是思想的提炼，请言简意赅的阐述观点。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矩形: 圆角 21"/>
          <p:cNvSpPr/>
          <p:nvPr>
            <p:custDataLst>
              <p:tags r:id="rId17"/>
            </p:custDataLst>
          </p:nvPr>
        </p:nvSpPr>
        <p:spPr>
          <a:xfrm>
            <a:off x="8388985" y="2706688"/>
            <a:ext cx="1852589" cy="33978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b="1" spc="100">
                <a:solidFill>
                  <a:schemeClr val="accent1"/>
                </a:solidFill>
              </a:rPr>
              <a:t>添加项标题</a:t>
            </a:r>
            <a:endParaRPr lang="zh-CN" altLang="en-US" b="1" spc="100" dirty="0">
              <a:solidFill>
                <a:schemeClr val="accent1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8670290" y="5628323"/>
            <a:ext cx="129051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/>
            <a:r>
              <a:rPr lang="en-US" altLang="zh-CN" sz="1600" b="1" spc="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20XX</a:t>
            </a:r>
            <a:endParaRPr lang="en-US" altLang="zh-CN" sz="1600" b="1" spc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椭圆 35"/>
          <p:cNvSpPr/>
          <p:nvPr>
            <p:custDataLst>
              <p:tags r:id="rId19"/>
            </p:custDataLst>
          </p:nvPr>
        </p:nvSpPr>
        <p:spPr>
          <a:xfrm>
            <a:off x="9251315" y="5286058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 dirty="0">
              <a:solidFill>
                <a:schemeClr val="lt1"/>
              </a:solidFill>
            </a:endParaRPr>
          </a:p>
        </p:txBody>
      </p:sp>
      <p:cxnSp>
        <p:nvCxnSpPr>
          <p:cNvPr id="43" name="直接连接符 42"/>
          <p:cNvCxnSpPr/>
          <p:nvPr>
            <p:custDataLst>
              <p:tags r:id="rId20"/>
            </p:custDataLst>
          </p:nvPr>
        </p:nvCxnSpPr>
        <p:spPr>
          <a:xfrm flipV="1">
            <a:off x="9300210" y="4196398"/>
            <a:ext cx="0" cy="1089433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任意多边形 9"/>
          <p:cNvSpPr/>
          <p:nvPr>
            <p:custDataLst>
              <p:tags r:id="rId2"/>
            </p:custDataLst>
          </p:nvPr>
        </p:nvSpPr>
        <p:spPr>
          <a:xfrm>
            <a:off x="3201035" y="3121025"/>
            <a:ext cx="5793105" cy="34785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19050" cap="rnd">
            <a:solidFill>
              <a:schemeClr val="accent2">
                <a:alpha val="70000"/>
              </a:schemeClr>
            </a:solidFill>
            <a:prstDash val="sysDash"/>
          </a:ln>
          <a:effectLst>
            <a:outerShdw blurRad="215900" dist="762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8" name="任意多边形 16"/>
          <p:cNvSpPr/>
          <p:nvPr>
            <p:custDataLst>
              <p:tags r:id="rId3"/>
            </p:custDataLst>
          </p:nvPr>
        </p:nvSpPr>
        <p:spPr>
          <a:xfrm>
            <a:off x="4780915" y="5015230"/>
            <a:ext cx="2633345" cy="15811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gradFill>
            <a:gsLst>
              <a:gs pos="44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4"/>
            </p:custDataLst>
          </p:nvPr>
        </p:nvCxnSpPr>
        <p:spPr>
          <a:xfrm>
            <a:off x="1652270" y="6600190"/>
            <a:ext cx="8890000" cy="0"/>
          </a:xfrm>
          <a:prstGeom prst="line">
            <a:avLst/>
          </a:prstGeom>
          <a:ln w="19050">
            <a:solidFill>
              <a:schemeClr val="accent1">
                <a:alpha val="15000"/>
              </a:schemeClr>
            </a:solidFill>
          </a:ln>
          <a:effectLst>
            <a:outerShdw blurRad="114300" dist="38100" dir="5400000" algn="t" rotWithShape="0">
              <a:schemeClr val="tx1">
                <a:alpha val="9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700405" y="3754120"/>
            <a:ext cx="2573655" cy="14211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椭圆 64"/>
          <p:cNvSpPr/>
          <p:nvPr>
            <p:custDataLst>
              <p:tags r:id="rId6"/>
            </p:custDataLst>
          </p:nvPr>
        </p:nvSpPr>
        <p:spPr>
          <a:xfrm>
            <a:off x="8056880" y="383095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1">
                    <a:alpha val="100000"/>
                  </a:schemeClr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64" name="椭圆 63"/>
          <p:cNvSpPr/>
          <p:nvPr>
            <p:custDataLst>
              <p:tags r:id="rId7"/>
            </p:custDataLst>
          </p:nvPr>
        </p:nvSpPr>
        <p:spPr>
          <a:xfrm>
            <a:off x="8141335" y="3914140"/>
            <a:ext cx="579120" cy="579755"/>
          </a:xfrm>
          <a:prstGeom prst="ellipse">
            <a:avLst/>
          </a:prstGeom>
          <a:gradFill>
            <a:gsLst>
              <a:gs pos="44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5786120" y="281622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2">
                    <a:alpha val="100000"/>
                  </a:schemeClr>
                </a:gs>
                <a:gs pos="0">
                  <a:schemeClr val="accent2">
                    <a:lumMod val="45000"/>
                    <a:lumOff val="55000"/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  <a:gs pos="71000">
                  <a:schemeClr val="accent2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9"/>
            </p:custDataLst>
          </p:nvPr>
        </p:nvSpPr>
        <p:spPr>
          <a:xfrm>
            <a:off x="5870575" y="2900045"/>
            <a:ext cx="579120" cy="579755"/>
          </a:xfrm>
          <a:prstGeom prst="ellipse">
            <a:avLst/>
          </a:prstGeom>
          <a:gradFill>
            <a:gsLst>
              <a:gs pos="44000">
                <a:schemeClr val="accent2">
                  <a:alpha val="100000"/>
                </a:schemeClr>
              </a:gs>
              <a:gs pos="0">
                <a:schemeClr val="accent2">
                  <a:lumMod val="40000"/>
                  <a:lumOff val="60000"/>
                  <a:alpha val="100000"/>
                </a:schemeClr>
              </a:gs>
              <a:gs pos="66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3410585" y="383095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1">
                    <a:alpha val="100000"/>
                  </a:schemeClr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11"/>
            </p:custDataLst>
          </p:nvPr>
        </p:nvSpPr>
        <p:spPr>
          <a:xfrm>
            <a:off x="3495040" y="3914775"/>
            <a:ext cx="579120" cy="579755"/>
          </a:xfrm>
          <a:prstGeom prst="ellipse">
            <a:avLst/>
          </a:prstGeom>
          <a:gradFill>
            <a:gsLst>
              <a:gs pos="44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2"/>
            </p:custDataLst>
          </p:nvPr>
        </p:nvCxnSpPr>
        <p:spPr>
          <a:xfrm>
            <a:off x="5377180" y="6268085"/>
            <a:ext cx="144018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rgbClr val="376FFF">
                    <a:alpha val="0"/>
                  </a:srgbClr>
                </a:gs>
                <a:gs pos="50000">
                  <a:srgbClr val="FFFFFF"/>
                </a:gs>
              </a:gsLst>
              <a:lin ang="10800000" scaled="1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18" descr="343435383036303b343532343136323bcfeec4bfc9fac3fcd6dcc6da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07735" y="3037205"/>
            <a:ext cx="288000" cy="288000"/>
          </a:xfrm>
          <a:prstGeom prst="rect">
            <a:avLst/>
          </a:prstGeom>
        </p:spPr>
      </p:pic>
      <p:pic>
        <p:nvPicPr>
          <p:cNvPr id="26" name="图片 12" descr="343439383331313b343532303032383bbfcdbba7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5005" y="4067810"/>
            <a:ext cx="288000" cy="288000"/>
          </a:xfrm>
          <a:prstGeom prst="rect">
            <a:avLst/>
          </a:prstGeom>
        </p:spPr>
      </p:pic>
      <p:pic>
        <p:nvPicPr>
          <p:cNvPr id="22" name="图片 5" descr="343435383036303b343532343134393bcdb7c4d4b7e7b1a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40455" y="4060190"/>
            <a:ext cx="288000" cy="288000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22"/>
            </p:custDataLst>
          </p:nvPr>
        </p:nvSpPr>
        <p:spPr>
          <a:xfrm>
            <a:off x="8999855" y="3754120"/>
            <a:ext cx="2492375" cy="14211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3"/>
            </p:custDataLst>
          </p:nvPr>
        </p:nvSpPr>
        <p:spPr>
          <a:xfrm>
            <a:off x="4687570" y="1745615"/>
            <a:ext cx="2944495" cy="9017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任意多边形: 形状 23"/>
          <p:cNvSpPr/>
          <p:nvPr>
            <p:custDataLst>
              <p:tags r:id="rId24"/>
            </p:custDataLst>
          </p:nvPr>
        </p:nvSpPr>
        <p:spPr>
          <a:xfrm>
            <a:off x="3987800" y="4069715"/>
            <a:ext cx="4218940" cy="2532380"/>
          </a:xfrm>
          <a:custGeom>
            <a:avLst/>
            <a:gdLst>
              <a:gd name="connsiteX0" fmla="*/ 2108242 w 4218940"/>
              <a:gd name="connsiteY0" fmla="*/ 471170 h 2532380"/>
              <a:gd name="connsiteX1" fmla="*/ 399590 w 4218940"/>
              <a:gd name="connsiteY1" fmla="*/ 2180269 h 2532380"/>
              <a:gd name="connsiteX2" fmla="*/ 430181 w 4218940"/>
              <a:gd name="connsiteY2" fmla="*/ 2503583 h 2532380"/>
              <a:gd name="connsiteX3" fmla="*/ 434235 w 4218940"/>
              <a:gd name="connsiteY3" fmla="*/ 2523490 h 2532380"/>
              <a:gd name="connsiteX4" fmla="*/ 3781880 w 4218940"/>
              <a:gd name="connsiteY4" fmla="*/ 2523490 h 2532380"/>
              <a:gd name="connsiteX5" fmla="*/ 3785935 w 4218940"/>
              <a:gd name="connsiteY5" fmla="*/ 2503583 h 2532380"/>
              <a:gd name="connsiteX6" fmla="*/ 3816525 w 4218940"/>
              <a:gd name="connsiteY6" fmla="*/ 2180269 h 2532380"/>
              <a:gd name="connsiteX7" fmla="*/ 2108242 w 4218940"/>
              <a:gd name="connsiteY7" fmla="*/ 471170 h 2532380"/>
              <a:gd name="connsiteX8" fmla="*/ 2109698 w 4218940"/>
              <a:gd name="connsiteY8" fmla="*/ 0 h 2532380"/>
              <a:gd name="connsiteX9" fmla="*/ 4218940 w 4218940"/>
              <a:gd name="connsiteY9" fmla="*/ 2108876 h 2532380"/>
              <a:gd name="connsiteX10" fmla="*/ 4181169 w 4218940"/>
              <a:gd name="connsiteY10" fmla="*/ 2507816 h 2532380"/>
              <a:gd name="connsiteX11" fmla="*/ 4176164 w 4218940"/>
              <a:gd name="connsiteY11" fmla="*/ 2532380 h 2532380"/>
              <a:gd name="connsiteX12" fmla="*/ 42777 w 4218940"/>
              <a:gd name="connsiteY12" fmla="*/ 2532380 h 2532380"/>
              <a:gd name="connsiteX13" fmla="*/ 37771 w 4218940"/>
              <a:gd name="connsiteY13" fmla="*/ 2507816 h 2532380"/>
              <a:gd name="connsiteX14" fmla="*/ 0 w 4218940"/>
              <a:gd name="connsiteY14" fmla="*/ 2108876 h 2532380"/>
              <a:gd name="connsiteX15" fmla="*/ 2109698 w 4218940"/>
              <a:gd name="connsiteY15" fmla="*/ 0 h 25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18940" h="2532380">
                <a:moveTo>
                  <a:pt x="2108242" y="471170"/>
                </a:moveTo>
                <a:cubicBezTo>
                  <a:pt x="1164356" y="471170"/>
                  <a:pt x="399590" y="1236136"/>
                  <a:pt x="399590" y="2180269"/>
                </a:cubicBezTo>
                <a:cubicBezTo>
                  <a:pt x="399590" y="2290867"/>
                  <a:pt x="410279" y="2398884"/>
                  <a:pt x="430181" y="2503583"/>
                </a:cubicBezTo>
                <a:lnTo>
                  <a:pt x="434235" y="2523490"/>
                </a:lnTo>
                <a:lnTo>
                  <a:pt x="3781880" y="2523490"/>
                </a:lnTo>
                <a:lnTo>
                  <a:pt x="3785935" y="2503583"/>
                </a:lnTo>
                <a:cubicBezTo>
                  <a:pt x="3805837" y="2398884"/>
                  <a:pt x="3816525" y="2290867"/>
                  <a:pt x="3816525" y="2180269"/>
                </a:cubicBezTo>
                <a:cubicBezTo>
                  <a:pt x="3816525" y="1236136"/>
                  <a:pt x="3051760" y="471170"/>
                  <a:pt x="2108242" y="471170"/>
                </a:cubicBezTo>
                <a:close/>
                <a:moveTo>
                  <a:pt x="2109698" y="0"/>
                </a:moveTo>
                <a:cubicBezTo>
                  <a:pt x="3274673" y="0"/>
                  <a:pt x="4218940" y="943900"/>
                  <a:pt x="4218940" y="2108876"/>
                </a:cubicBezTo>
                <a:cubicBezTo>
                  <a:pt x="4218940" y="2245344"/>
                  <a:pt x="4205743" y="2378627"/>
                  <a:pt x="4181169" y="2507816"/>
                </a:cubicBezTo>
                <a:lnTo>
                  <a:pt x="4176164" y="2532380"/>
                </a:lnTo>
                <a:lnTo>
                  <a:pt x="42777" y="2532380"/>
                </a:lnTo>
                <a:lnTo>
                  <a:pt x="37771" y="2507816"/>
                </a:lnTo>
                <a:cubicBezTo>
                  <a:pt x="13197" y="2378627"/>
                  <a:pt x="0" y="2245344"/>
                  <a:pt x="0" y="2108876"/>
                </a:cubicBezTo>
                <a:cubicBezTo>
                  <a:pt x="0" y="943900"/>
                  <a:pt x="944267" y="0"/>
                  <a:pt x="210969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5000"/>
            </a:schemeClr>
          </a:solidFill>
          <a:ln w="3175"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51000"/>
                    <a:lumOff val="49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5" name="任意多边形 15"/>
          <p:cNvSpPr/>
          <p:nvPr>
            <p:custDataLst>
              <p:tags r:id="rId25"/>
            </p:custDataLst>
          </p:nvPr>
        </p:nvSpPr>
        <p:spPr>
          <a:xfrm>
            <a:off x="4391025" y="4544060"/>
            <a:ext cx="3416935" cy="20523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3175"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51000"/>
                    <a:lumOff val="49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378133" y="1707833"/>
            <a:ext cx="6038452" cy="13614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378133" y="3492818"/>
            <a:ext cx="6038452" cy="13614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简明扼要地阐述您的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378133" y="5278438"/>
            <a:ext cx="6038452" cy="13614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任意多边形: 形状 27"/>
          <p:cNvSpPr/>
          <p:nvPr>
            <p:custDataLst>
              <p:tags r:id="rId5"/>
            </p:custDataLst>
          </p:nvPr>
        </p:nvSpPr>
        <p:spPr>
          <a:xfrm flipV="1">
            <a:off x="2673033" y="4421188"/>
            <a:ext cx="1494674" cy="1450413"/>
          </a:xfrm>
          <a:custGeom>
            <a:avLst/>
            <a:gdLst>
              <a:gd name="connsiteX0" fmla="*/ 1211583 w 1494674"/>
              <a:gd name="connsiteY0" fmla="*/ 0 h 1450413"/>
              <a:gd name="connsiteX1" fmla="*/ 1213202 w 1494674"/>
              <a:gd name="connsiteY1" fmla="*/ 16540 h 1450413"/>
              <a:gd name="connsiteX2" fmla="*/ 1425172 w 1494674"/>
              <a:gd name="connsiteY2" fmla="*/ 342247 h 1450413"/>
              <a:gd name="connsiteX3" fmla="*/ 1494674 w 1494674"/>
              <a:gd name="connsiteY3" fmla="*/ 381088 h 1450413"/>
              <a:gd name="connsiteX4" fmla="*/ 1369085 w 1494674"/>
              <a:gd name="connsiteY4" fmla="*/ 442401 h 1450413"/>
              <a:gd name="connsiteX5" fmla="*/ 1213794 w 1494674"/>
              <a:gd name="connsiteY5" fmla="*/ 549822 h 1450413"/>
              <a:gd name="connsiteX6" fmla="*/ 762270 w 1494674"/>
              <a:gd name="connsiteY6" fmla="*/ 1381425 h 1450413"/>
              <a:gd name="connsiteX7" fmla="*/ 758333 w 1494674"/>
              <a:gd name="connsiteY7" fmla="*/ 1450413 h 1450413"/>
              <a:gd name="connsiteX8" fmla="*/ 0 w 1494674"/>
              <a:gd name="connsiteY8" fmla="*/ 513950 h 1450413"/>
              <a:gd name="connsiteX9" fmla="*/ 68299 w 1494674"/>
              <a:gd name="connsiteY9" fmla="*/ 524442 h 1450413"/>
              <a:gd name="connsiteX10" fmla="*/ 975607 w 1494674"/>
              <a:gd name="connsiteY10" fmla="*/ 255686 h 1450413"/>
              <a:gd name="connsiteX11" fmla="*/ 1112968 w 1494674"/>
              <a:gd name="connsiteY11" fmla="*/ 126122 h 1450413"/>
              <a:gd name="connsiteX12" fmla="*/ 1211583 w 1494674"/>
              <a:gd name="connsiteY12" fmla="*/ 0 h 145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4674" h="1450413">
                <a:moveTo>
                  <a:pt x="1211583" y="0"/>
                </a:moveTo>
                <a:lnTo>
                  <a:pt x="1213202" y="16540"/>
                </a:lnTo>
                <a:cubicBezTo>
                  <a:pt x="1240057" y="151658"/>
                  <a:pt x="1317920" y="267646"/>
                  <a:pt x="1425172" y="342247"/>
                </a:cubicBezTo>
                <a:lnTo>
                  <a:pt x="1494674" y="381088"/>
                </a:lnTo>
                <a:lnTo>
                  <a:pt x="1369085" y="442401"/>
                </a:lnTo>
                <a:cubicBezTo>
                  <a:pt x="1315471" y="473746"/>
                  <a:pt x="1263543" y="509536"/>
                  <a:pt x="1213794" y="549822"/>
                </a:cubicBezTo>
                <a:cubicBezTo>
                  <a:pt x="948465" y="764681"/>
                  <a:pt x="795344" y="1066744"/>
                  <a:pt x="762270" y="1381425"/>
                </a:cubicBezTo>
                <a:lnTo>
                  <a:pt x="758333" y="1450413"/>
                </a:lnTo>
                <a:lnTo>
                  <a:pt x="0" y="513950"/>
                </a:lnTo>
                <a:lnTo>
                  <a:pt x="68299" y="524442"/>
                </a:lnTo>
                <a:cubicBezTo>
                  <a:pt x="382980" y="557517"/>
                  <a:pt x="710278" y="470544"/>
                  <a:pt x="975607" y="255686"/>
                </a:cubicBezTo>
                <a:cubicBezTo>
                  <a:pt x="1025356" y="215400"/>
                  <a:pt x="1071160" y="172048"/>
                  <a:pt x="1112968" y="126122"/>
                </a:cubicBezTo>
                <a:lnTo>
                  <a:pt x="1211583" y="0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任意多边形: 形状 41"/>
          <p:cNvSpPr/>
          <p:nvPr>
            <p:custDataLst>
              <p:tags r:id="rId6"/>
            </p:custDataLst>
          </p:nvPr>
        </p:nvSpPr>
        <p:spPr>
          <a:xfrm>
            <a:off x="3434398" y="3885883"/>
            <a:ext cx="522072" cy="576000"/>
          </a:xfrm>
          <a:custGeom>
            <a:avLst/>
            <a:gdLst>
              <a:gd name="connsiteX0" fmla="*/ 0 w 522072"/>
              <a:gd name="connsiteY0" fmla="*/ 0 h 576000"/>
              <a:gd name="connsiteX1" fmla="*/ 57685 w 522072"/>
              <a:gd name="connsiteY1" fmla="*/ 36499 h 576000"/>
              <a:gd name="connsiteX2" fmla="*/ 305792 w 522072"/>
              <a:gd name="connsiteY2" fmla="*/ 94890 h 576000"/>
              <a:gd name="connsiteX3" fmla="*/ 434252 w 522072"/>
              <a:gd name="connsiteY3" fmla="*/ 79794 h 576000"/>
              <a:gd name="connsiteX4" fmla="*/ 513663 w 522072"/>
              <a:gd name="connsiteY4" fmla="*/ 51059 h 576000"/>
              <a:gd name="connsiteX5" fmla="*/ 495233 w 522072"/>
              <a:gd name="connsiteY5" fmla="*/ 86018 h 576000"/>
              <a:gd name="connsiteX6" fmla="*/ 455626 w 522072"/>
              <a:gd name="connsiteY6" fmla="*/ 288000 h 576000"/>
              <a:gd name="connsiteX7" fmla="*/ 495233 w 522072"/>
              <a:gd name="connsiteY7" fmla="*/ 489982 h 576000"/>
              <a:gd name="connsiteX8" fmla="*/ 522072 w 522072"/>
              <a:gd name="connsiteY8" fmla="*/ 540891 h 576000"/>
              <a:gd name="connsiteX9" fmla="*/ 421275 w 522072"/>
              <a:gd name="connsiteY9" fmla="*/ 504416 h 576000"/>
              <a:gd name="connsiteX10" fmla="*/ 292815 w 522072"/>
              <a:gd name="connsiteY10" fmla="*/ 489320 h 576000"/>
              <a:gd name="connsiteX11" fmla="*/ 44708 w 522072"/>
              <a:gd name="connsiteY11" fmla="*/ 547712 h 576000"/>
              <a:gd name="connsiteX12" fmla="*/ 0 w 522072"/>
              <a:gd name="connsiteY12" fmla="*/ 576000 h 576000"/>
              <a:gd name="connsiteX13" fmla="*/ 0 w 522072"/>
              <a:gd name="connsiteY13" fmla="*/ 0 h 5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2072" h="576000">
                <a:moveTo>
                  <a:pt x="0" y="0"/>
                </a:moveTo>
                <a:lnTo>
                  <a:pt x="57685" y="36499"/>
                </a:lnTo>
                <a:cubicBezTo>
                  <a:pt x="133943" y="74098"/>
                  <a:pt x="217785" y="94890"/>
                  <a:pt x="305792" y="94890"/>
                </a:cubicBezTo>
                <a:cubicBezTo>
                  <a:pt x="349796" y="94890"/>
                  <a:pt x="392758" y="89692"/>
                  <a:pt x="434252" y="79794"/>
                </a:cubicBezTo>
                <a:lnTo>
                  <a:pt x="513663" y="51059"/>
                </a:lnTo>
                <a:lnTo>
                  <a:pt x="495233" y="86018"/>
                </a:lnTo>
                <a:cubicBezTo>
                  <a:pt x="469729" y="148100"/>
                  <a:pt x="455626" y="216354"/>
                  <a:pt x="455626" y="288000"/>
                </a:cubicBezTo>
                <a:cubicBezTo>
                  <a:pt x="455626" y="359646"/>
                  <a:pt x="469729" y="427901"/>
                  <a:pt x="495233" y="489982"/>
                </a:cubicBezTo>
                <a:lnTo>
                  <a:pt x="522072" y="540891"/>
                </a:lnTo>
                <a:lnTo>
                  <a:pt x="421275" y="504416"/>
                </a:lnTo>
                <a:cubicBezTo>
                  <a:pt x="379781" y="494518"/>
                  <a:pt x="336819" y="489320"/>
                  <a:pt x="292815" y="489320"/>
                </a:cubicBezTo>
                <a:cubicBezTo>
                  <a:pt x="204808" y="489320"/>
                  <a:pt x="120966" y="510112"/>
                  <a:pt x="44708" y="547712"/>
                </a:cubicBezTo>
                <a:lnTo>
                  <a:pt x="0" y="576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2687003" y="2468563"/>
            <a:ext cx="1494674" cy="1450413"/>
          </a:xfrm>
          <a:custGeom>
            <a:avLst/>
            <a:gdLst>
              <a:gd name="connsiteX0" fmla="*/ 1211583 w 1494674"/>
              <a:gd name="connsiteY0" fmla="*/ 0 h 1450413"/>
              <a:gd name="connsiteX1" fmla="*/ 1213202 w 1494674"/>
              <a:gd name="connsiteY1" fmla="*/ 16540 h 1450413"/>
              <a:gd name="connsiteX2" fmla="*/ 1425172 w 1494674"/>
              <a:gd name="connsiteY2" fmla="*/ 342247 h 1450413"/>
              <a:gd name="connsiteX3" fmla="*/ 1494674 w 1494674"/>
              <a:gd name="connsiteY3" fmla="*/ 381088 h 1450413"/>
              <a:gd name="connsiteX4" fmla="*/ 1369085 w 1494674"/>
              <a:gd name="connsiteY4" fmla="*/ 442401 h 1450413"/>
              <a:gd name="connsiteX5" fmla="*/ 1213794 w 1494674"/>
              <a:gd name="connsiteY5" fmla="*/ 549822 h 1450413"/>
              <a:gd name="connsiteX6" fmla="*/ 762270 w 1494674"/>
              <a:gd name="connsiteY6" fmla="*/ 1381425 h 1450413"/>
              <a:gd name="connsiteX7" fmla="*/ 758333 w 1494674"/>
              <a:gd name="connsiteY7" fmla="*/ 1450413 h 1450413"/>
              <a:gd name="connsiteX8" fmla="*/ 0 w 1494674"/>
              <a:gd name="connsiteY8" fmla="*/ 513950 h 1450413"/>
              <a:gd name="connsiteX9" fmla="*/ 68299 w 1494674"/>
              <a:gd name="connsiteY9" fmla="*/ 524442 h 1450413"/>
              <a:gd name="connsiteX10" fmla="*/ 975607 w 1494674"/>
              <a:gd name="connsiteY10" fmla="*/ 255686 h 1450413"/>
              <a:gd name="connsiteX11" fmla="*/ 1112968 w 1494674"/>
              <a:gd name="connsiteY11" fmla="*/ 126122 h 1450413"/>
              <a:gd name="connsiteX12" fmla="*/ 1211583 w 1494674"/>
              <a:gd name="connsiteY12" fmla="*/ 0 h 145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4674" h="1450413">
                <a:moveTo>
                  <a:pt x="1211583" y="0"/>
                </a:moveTo>
                <a:lnTo>
                  <a:pt x="1213202" y="16540"/>
                </a:lnTo>
                <a:cubicBezTo>
                  <a:pt x="1240057" y="151658"/>
                  <a:pt x="1317920" y="267646"/>
                  <a:pt x="1425172" y="342247"/>
                </a:cubicBezTo>
                <a:lnTo>
                  <a:pt x="1494674" y="381088"/>
                </a:lnTo>
                <a:lnTo>
                  <a:pt x="1369085" y="442401"/>
                </a:lnTo>
                <a:cubicBezTo>
                  <a:pt x="1315471" y="473746"/>
                  <a:pt x="1263543" y="509536"/>
                  <a:pt x="1213794" y="549822"/>
                </a:cubicBezTo>
                <a:cubicBezTo>
                  <a:pt x="948465" y="764681"/>
                  <a:pt x="795344" y="1066744"/>
                  <a:pt x="762270" y="1381425"/>
                </a:cubicBezTo>
                <a:lnTo>
                  <a:pt x="758333" y="1450413"/>
                </a:lnTo>
                <a:lnTo>
                  <a:pt x="0" y="513950"/>
                </a:lnTo>
                <a:lnTo>
                  <a:pt x="68299" y="524442"/>
                </a:lnTo>
                <a:cubicBezTo>
                  <a:pt x="382980" y="557517"/>
                  <a:pt x="710278" y="470544"/>
                  <a:pt x="975607" y="255686"/>
                </a:cubicBezTo>
                <a:cubicBezTo>
                  <a:pt x="1025356" y="215400"/>
                  <a:pt x="1071160" y="172048"/>
                  <a:pt x="1112968" y="126122"/>
                </a:cubicBezTo>
                <a:lnTo>
                  <a:pt x="1211583" y="0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圆: 空心 26"/>
          <p:cNvSpPr/>
          <p:nvPr>
            <p:custDataLst>
              <p:tags r:id="rId8"/>
            </p:custDataLst>
          </p:nvPr>
        </p:nvSpPr>
        <p:spPr>
          <a:xfrm>
            <a:off x="3882708" y="5440363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圆: 空心 9"/>
          <p:cNvSpPr/>
          <p:nvPr>
            <p:custDataLst>
              <p:tags r:id="rId9"/>
            </p:custDataLst>
          </p:nvPr>
        </p:nvSpPr>
        <p:spPr>
          <a:xfrm>
            <a:off x="3882708" y="3654743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11" name="图片 4" descr="343439383331313b343532303032303bb8f6c8cbd0c5cfa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24338" y="2226628"/>
            <a:ext cx="324000" cy="324000"/>
          </a:xfrm>
          <a:prstGeom prst="rect">
            <a:avLst/>
          </a:prstGeom>
        </p:spPr>
      </p:pic>
      <p:sp>
        <p:nvSpPr>
          <p:cNvPr id="13" name="圆: 空心 12"/>
          <p:cNvSpPr/>
          <p:nvPr>
            <p:custDataLst>
              <p:tags r:id="rId13"/>
            </p:custDataLst>
          </p:nvPr>
        </p:nvSpPr>
        <p:spPr>
          <a:xfrm>
            <a:off x="3882708" y="1869758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19" name="图片 7" descr="343439383331313b343532303032333bc6f3d2b5bcf2bde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35768" y="4023043"/>
            <a:ext cx="301204" cy="301204"/>
          </a:xfrm>
          <a:prstGeom prst="rect">
            <a:avLst/>
          </a:prstGeom>
        </p:spPr>
      </p:pic>
      <p:pic>
        <p:nvPicPr>
          <p:cNvPr id="20" name="图片 23" descr="343439383331313b343532303034303bcffacadbb9dcc0ed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35768" y="5808663"/>
            <a:ext cx="301203" cy="301203"/>
          </a:xfrm>
          <a:prstGeom prst="rect">
            <a:avLst/>
          </a:prstGeom>
        </p:spPr>
      </p:pic>
      <p:sp>
        <p:nvSpPr>
          <p:cNvPr id="6" name="圆: 空心 4"/>
          <p:cNvSpPr/>
          <p:nvPr>
            <p:custDataLst>
              <p:tags r:id="rId20"/>
            </p:custDataLst>
          </p:nvPr>
        </p:nvSpPr>
        <p:spPr>
          <a:xfrm>
            <a:off x="776288" y="2795588"/>
            <a:ext cx="2756293" cy="2756293"/>
          </a:xfrm>
          <a:prstGeom prst="donut">
            <a:avLst>
              <a:gd name="adj" fmla="val 78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zh-CN" altLang="en-US" sz="2800" b="1">
                <a:solidFill>
                  <a:schemeClr val="accent1"/>
                </a:solidFill>
              </a:rPr>
              <a:t>单击此处添加标题</a:t>
            </a:r>
            <a:endParaRPr lang="zh-CN" altLang="en-US" sz="2800" b="1">
              <a:solidFill>
                <a:schemeClr val="accent1"/>
              </a:solidFill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任意多边形: 形状 2"/>
          <p:cNvSpPr/>
          <p:nvPr>
            <p:custDataLst>
              <p:tags r:id="rId2"/>
            </p:custDataLst>
          </p:nvPr>
        </p:nvSpPr>
        <p:spPr>
          <a:xfrm>
            <a:off x="0" y="3377248"/>
            <a:ext cx="12192000" cy="2785164"/>
          </a:xfrm>
          <a:custGeom>
            <a:avLst/>
            <a:gdLst>
              <a:gd name="connsiteX0" fmla="*/ 12157881 w 12157880"/>
              <a:gd name="connsiteY0" fmla="*/ 0 h 3034262"/>
              <a:gd name="connsiteX1" fmla="*/ 0 w 12157880"/>
              <a:gd name="connsiteY1" fmla="*/ 2361219 h 3034262"/>
              <a:gd name="connsiteX2" fmla="*/ 0 w 12157880"/>
              <a:gd name="connsiteY2" fmla="*/ 3034263 h 3034262"/>
              <a:gd name="connsiteX3" fmla="*/ 12154696 w 12157880"/>
              <a:gd name="connsiteY3" fmla="*/ 3034263 h 3034262"/>
              <a:gd name="connsiteX4" fmla="*/ 12157881 w 12157880"/>
              <a:gd name="connsiteY4" fmla="*/ 0 h 303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7880" h="3034262">
                <a:moveTo>
                  <a:pt x="12157881" y="0"/>
                </a:moveTo>
                <a:cubicBezTo>
                  <a:pt x="7303145" y="2609769"/>
                  <a:pt x="0" y="2361219"/>
                  <a:pt x="0" y="2361219"/>
                </a:cubicBezTo>
                <a:lnTo>
                  <a:pt x="0" y="3034263"/>
                </a:lnTo>
                <a:lnTo>
                  <a:pt x="12154696" y="3034263"/>
                </a:lnTo>
                <a:lnTo>
                  <a:pt x="12157881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0"/>
                  <a:lumOff val="50000"/>
                  <a:alpha val="80000"/>
                </a:schemeClr>
              </a:gs>
              <a:gs pos="0">
                <a:schemeClr val="accent1">
                  <a:lumMod val="50000"/>
                  <a:lumOff val="50000"/>
                  <a:alpha val="10000"/>
                </a:schemeClr>
              </a:gs>
            </a:gsLst>
            <a:lin ang="0" scaled="1"/>
            <a:tileRect/>
          </a:gradFill>
          <a:ln w="22746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任意多边形: 形状 3"/>
          <p:cNvSpPr/>
          <p:nvPr>
            <p:custDataLst>
              <p:tags r:id="rId3"/>
            </p:custDataLst>
          </p:nvPr>
        </p:nvSpPr>
        <p:spPr>
          <a:xfrm>
            <a:off x="0" y="3696018"/>
            <a:ext cx="12192000" cy="2785164"/>
          </a:xfrm>
          <a:custGeom>
            <a:avLst/>
            <a:gdLst>
              <a:gd name="connsiteX0" fmla="*/ 12157881 w 12157880"/>
              <a:gd name="connsiteY0" fmla="*/ 0 h 3034262"/>
              <a:gd name="connsiteX1" fmla="*/ 0 w 12157880"/>
              <a:gd name="connsiteY1" fmla="*/ 2361219 h 3034262"/>
              <a:gd name="connsiteX2" fmla="*/ 0 w 12157880"/>
              <a:gd name="connsiteY2" fmla="*/ 3034263 h 3034262"/>
              <a:gd name="connsiteX3" fmla="*/ 12154696 w 12157880"/>
              <a:gd name="connsiteY3" fmla="*/ 3034263 h 3034262"/>
              <a:gd name="connsiteX4" fmla="*/ 12157881 w 12157880"/>
              <a:gd name="connsiteY4" fmla="*/ 0 h 303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7880" h="3034262">
                <a:moveTo>
                  <a:pt x="12157881" y="0"/>
                </a:moveTo>
                <a:cubicBezTo>
                  <a:pt x="7303145" y="2609769"/>
                  <a:pt x="0" y="2361219"/>
                  <a:pt x="0" y="2361219"/>
                </a:cubicBezTo>
                <a:lnTo>
                  <a:pt x="0" y="3034263"/>
                </a:lnTo>
                <a:lnTo>
                  <a:pt x="12154696" y="3034263"/>
                </a:lnTo>
                <a:lnTo>
                  <a:pt x="12157881" y="0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1"/>
          </a:gradFill>
          <a:ln w="22746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 flipV="1">
            <a:off x="1740535" y="3594418"/>
            <a:ext cx="0" cy="1869386"/>
          </a:xfrm>
          <a:prstGeom prst="line">
            <a:avLst/>
          </a:prstGeom>
          <a:ln w="12700">
            <a:gradFill>
              <a:gsLst>
                <a:gs pos="68000">
                  <a:schemeClr val="accent1">
                    <a:alpha val="50000"/>
                  </a:schemeClr>
                </a:gs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1931035" y="3385503"/>
            <a:ext cx="1219198" cy="376028"/>
          </a:xfrm>
          <a:prstGeom prst="roundRect">
            <a:avLst/>
          </a:prstGeom>
          <a:gradFill flip="none" rotWithShape="1">
            <a:gsLst>
              <a:gs pos="11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762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b="1" dirty="0">
                <a:solidFill>
                  <a:srgbClr val="FFFFFF"/>
                </a:solidFill>
              </a:rPr>
              <a:t>20XX</a:t>
            </a:r>
            <a:endParaRPr lang="en-US" altLang="zh-CN" b="1" dirty="0">
              <a:solidFill>
                <a:srgbClr val="FFFFFF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931035" y="3951923"/>
            <a:ext cx="2015266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r>
              <a:rPr lang="zh-CN" altLang="en-US" sz="1800" b="1" spc="100" dirty="0">
                <a:solidFill>
                  <a:schemeClr val="tx1"/>
                </a:solidFill>
              </a:rPr>
              <a:t>添加项标题</a:t>
            </a:r>
            <a:endParaRPr lang="zh-CN" altLang="en-US" sz="1800" b="1" spc="100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931035" y="4358958"/>
            <a:ext cx="2015266" cy="7001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单击此处输入正文，文字是您思想的提炼。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: 圆角 9"/>
          <p:cNvSpPr/>
          <p:nvPr>
            <p:custDataLst>
              <p:tags r:id="rId8"/>
            </p:custDataLst>
          </p:nvPr>
        </p:nvSpPr>
        <p:spPr>
          <a:xfrm>
            <a:off x="5186045" y="2641283"/>
            <a:ext cx="1219198" cy="376028"/>
          </a:xfrm>
          <a:prstGeom prst="roundRect">
            <a:avLst/>
          </a:prstGeom>
          <a:gradFill flip="none" rotWithShape="1">
            <a:gsLst>
              <a:gs pos="11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76200" dist="381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b="1" dirty="0">
                <a:solidFill>
                  <a:srgbClr val="FFFFFF"/>
                </a:solidFill>
              </a:rPr>
              <a:t>20XX</a:t>
            </a:r>
            <a:endParaRPr lang="en-US" altLang="zh-CN" b="1" dirty="0">
              <a:solidFill>
                <a:srgbClr val="FFFFFF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 flipV="1">
            <a:off x="4981575" y="2876868"/>
            <a:ext cx="0" cy="2391464"/>
          </a:xfrm>
          <a:prstGeom prst="line">
            <a:avLst/>
          </a:prstGeom>
          <a:ln w="12700">
            <a:gradFill>
              <a:gsLst>
                <a:gs pos="68000">
                  <a:schemeClr val="accent2">
                    <a:alpha val="50000"/>
                  </a:schemeClr>
                </a:gs>
                <a:gs pos="16000">
                  <a:schemeClr val="accent2"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5186045" y="3202623"/>
            <a:ext cx="2015266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r>
              <a:rPr lang="zh-CN" altLang="en-US" sz="1800" b="1" spc="100" dirty="0">
                <a:solidFill>
                  <a:schemeClr val="tx1"/>
                </a:solidFill>
              </a:rPr>
              <a:t>添加项标题</a:t>
            </a:r>
            <a:endParaRPr lang="zh-CN" altLang="en-US" sz="1800" b="1" spc="100" dirty="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5186045" y="3609658"/>
            <a:ext cx="2015266" cy="7001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单击此处输入正文，文字是您思想的提炼。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>
            <p:custDataLst>
              <p:tags r:id="rId12"/>
            </p:custDataLst>
          </p:nvPr>
        </p:nvCxnSpPr>
        <p:spPr>
          <a:xfrm flipV="1">
            <a:off x="8235950" y="2054543"/>
            <a:ext cx="0" cy="2851150"/>
          </a:xfrm>
          <a:prstGeom prst="line">
            <a:avLst/>
          </a:prstGeom>
          <a:ln w="12700">
            <a:gradFill>
              <a:gsLst>
                <a:gs pos="68000">
                  <a:schemeClr val="accent1">
                    <a:alpha val="50000"/>
                  </a:schemeClr>
                </a:gs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>
            <p:custDataLst>
              <p:tags r:id="rId13"/>
            </p:custDataLst>
          </p:nvPr>
        </p:nvSpPr>
        <p:spPr>
          <a:xfrm>
            <a:off x="8451215" y="1865948"/>
            <a:ext cx="1219198" cy="376028"/>
          </a:xfrm>
          <a:prstGeom prst="roundRect">
            <a:avLst/>
          </a:prstGeom>
          <a:gradFill flip="none" rotWithShape="1">
            <a:gsLst>
              <a:gs pos="11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762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p>
            <a:pPr algn="ctr"/>
            <a:r>
              <a:rPr lang="en-US" altLang="zh-CN" b="1" dirty="0">
                <a:solidFill>
                  <a:srgbClr val="FFFFFF"/>
                </a:solidFill>
              </a:rPr>
              <a:t>20XX</a:t>
            </a:r>
            <a:endParaRPr lang="en-US" altLang="zh-CN" b="1" dirty="0">
              <a:solidFill>
                <a:srgbClr val="FFFFFF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8451215" y="2403158"/>
            <a:ext cx="2015266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r>
              <a:rPr lang="zh-CN" altLang="en-US" sz="1800" b="1" spc="100" dirty="0">
                <a:solidFill>
                  <a:schemeClr val="tx1"/>
                </a:solidFill>
              </a:rPr>
              <a:t>添加项标题</a:t>
            </a:r>
            <a:endParaRPr lang="zh-CN" altLang="en-US" sz="1800" b="1" spc="100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451215" y="2810193"/>
            <a:ext cx="2015266" cy="7001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单击此处输入正文，文字是您思想的提炼。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任意多边形: 形状 43"/>
          <p:cNvSpPr/>
          <p:nvPr>
            <p:custDataLst>
              <p:tags r:id="rId2"/>
            </p:custDataLst>
          </p:nvPr>
        </p:nvSpPr>
        <p:spPr>
          <a:xfrm>
            <a:off x="5143500" y="1877695"/>
            <a:ext cx="6442710" cy="1349375"/>
          </a:xfrm>
          <a:custGeom>
            <a:avLst/>
            <a:gdLst>
              <a:gd name="connsiteX0" fmla="*/ 0 w 7147465"/>
              <a:gd name="connsiteY0" fmla="*/ 0 h 1518810"/>
              <a:gd name="connsiteX1" fmla="*/ 7147466 w 7147465"/>
              <a:gd name="connsiteY1" fmla="*/ 0 h 1518810"/>
              <a:gd name="connsiteX2" fmla="*/ 7147466 w 7147465"/>
              <a:gd name="connsiteY2" fmla="*/ 1518811 h 1518810"/>
              <a:gd name="connsiteX3" fmla="*/ 1 w 7147465"/>
              <a:gd name="connsiteY3" fmla="*/ 1518811 h 151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7465" h="1518810">
                <a:moveTo>
                  <a:pt x="0" y="0"/>
                </a:moveTo>
                <a:lnTo>
                  <a:pt x="7147466" y="0"/>
                </a:lnTo>
                <a:lnTo>
                  <a:pt x="7147466" y="1518811"/>
                </a:lnTo>
                <a:lnTo>
                  <a:pt x="1" y="15188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288290" tIns="0" rIns="288290" bIns="0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为了最终演示发布的良好效果，请言简的阐述观点。根据需要可酌情增减文字，以便观者准确理解您所传达的信息，文字是您思想的提炼。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" name="任意多边形: 形状 44"/>
          <p:cNvSpPr/>
          <p:nvPr>
            <p:custDataLst>
              <p:tags r:id="rId3"/>
            </p:custDataLst>
          </p:nvPr>
        </p:nvSpPr>
        <p:spPr>
          <a:xfrm>
            <a:off x="5143500" y="3227071"/>
            <a:ext cx="6442710" cy="1349375"/>
          </a:xfrm>
          <a:custGeom>
            <a:avLst/>
            <a:gdLst>
              <a:gd name="connsiteX0" fmla="*/ 0 w 7147465"/>
              <a:gd name="connsiteY0" fmla="*/ 0 h 1518726"/>
              <a:gd name="connsiteX1" fmla="*/ 7147466 w 7147465"/>
              <a:gd name="connsiteY1" fmla="*/ 0 h 1518726"/>
              <a:gd name="connsiteX2" fmla="*/ 7147466 w 7147465"/>
              <a:gd name="connsiteY2" fmla="*/ 1518727 h 1518726"/>
              <a:gd name="connsiteX3" fmla="*/ 1 w 7147465"/>
              <a:gd name="connsiteY3" fmla="*/ 1518727 h 151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7465" h="1518726">
                <a:moveTo>
                  <a:pt x="0" y="0"/>
                </a:moveTo>
                <a:lnTo>
                  <a:pt x="7147466" y="0"/>
                </a:lnTo>
                <a:lnTo>
                  <a:pt x="7147466" y="1518727"/>
                </a:lnTo>
                <a:lnTo>
                  <a:pt x="1" y="151872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288290" tIns="0" rIns="288290" bIns="0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单击添加正文，文字是您思想的提炼，为了最终演示发布的良好效果。根据需要可酌情增减文字，以便观者准确理解您所传达的信息。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8" name="任意多边形: 形状 45"/>
          <p:cNvSpPr/>
          <p:nvPr>
            <p:custDataLst>
              <p:tags r:id="rId4"/>
            </p:custDataLst>
          </p:nvPr>
        </p:nvSpPr>
        <p:spPr>
          <a:xfrm>
            <a:off x="5143500" y="4575176"/>
            <a:ext cx="6442710" cy="1893570"/>
          </a:xfrm>
          <a:custGeom>
            <a:avLst/>
            <a:gdLst>
              <a:gd name="connsiteX0" fmla="*/ 0 w 7147465"/>
              <a:gd name="connsiteY0" fmla="*/ 0 h 2131701"/>
              <a:gd name="connsiteX1" fmla="*/ 7147466 w 7147465"/>
              <a:gd name="connsiteY1" fmla="*/ 0 h 2131701"/>
              <a:gd name="connsiteX2" fmla="*/ 7147466 w 7147465"/>
              <a:gd name="connsiteY2" fmla="*/ 2131702 h 2131701"/>
              <a:gd name="connsiteX3" fmla="*/ 1 w 7147465"/>
              <a:gd name="connsiteY3" fmla="*/ 2131702 h 213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7465" h="2131701">
                <a:moveTo>
                  <a:pt x="0" y="0"/>
                </a:moveTo>
                <a:lnTo>
                  <a:pt x="7147466" y="0"/>
                </a:lnTo>
                <a:lnTo>
                  <a:pt x="7147466" y="2131702"/>
                </a:lnTo>
                <a:lnTo>
                  <a:pt x="1" y="21317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288290" tIns="0" rIns="288290" bIns="0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为了最终演示发布的良好效果，请言简的阐述观点。根据需要可酌情增减文字，以便观者准确理解您所传达的信息，文字是您思想的提炼。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任意多边形: 形状 46"/>
          <p:cNvSpPr/>
          <p:nvPr>
            <p:custDataLst>
              <p:tags r:id="rId5"/>
            </p:custDataLst>
          </p:nvPr>
        </p:nvSpPr>
        <p:spPr>
          <a:xfrm>
            <a:off x="1974850" y="4575176"/>
            <a:ext cx="3169285" cy="1893570"/>
          </a:xfrm>
          <a:custGeom>
            <a:avLst/>
            <a:gdLst>
              <a:gd name="connsiteX0" fmla="*/ 3515768 w 3515767"/>
              <a:gd name="connsiteY0" fmla="*/ 0 h 2131701"/>
              <a:gd name="connsiteX1" fmla="*/ 3515768 w 3515767"/>
              <a:gd name="connsiteY1" fmla="*/ 2131701 h 2131701"/>
              <a:gd name="connsiteX2" fmla="*/ 1242825 w 3515767"/>
              <a:gd name="connsiteY2" fmla="*/ 2131701 h 2131701"/>
              <a:gd name="connsiteX3" fmla="*/ 363988 w 3515767"/>
              <a:gd name="connsiteY3" fmla="*/ 1819519 h 2131701"/>
              <a:gd name="connsiteX4" fmla="*/ 0 w 3515767"/>
              <a:gd name="connsiteY4" fmla="*/ 1065808 h 2131701"/>
              <a:gd name="connsiteX5" fmla="*/ 363988 w 3515767"/>
              <a:gd name="connsiteY5" fmla="*/ 312098 h 2131701"/>
              <a:gd name="connsiteX6" fmla="*/ 1242825 w 3515767"/>
              <a:gd name="connsiteY6" fmla="*/ 0 h 2131701"/>
              <a:gd name="connsiteX7" fmla="*/ 3515768 w 3515767"/>
              <a:gd name="connsiteY7" fmla="*/ 0 h 213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5767" h="2131701">
                <a:moveTo>
                  <a:pt x="3515768" y="0"/>
                </a:moveTo>
                <a:lnTo>
                  <a:pt x="3515768" y="2131701"/>
                </a:lnTo>
                <a:lnTo>
                  <a:pt x="1242825" y="2131701"/>
                </a:lnTo>
                <a:cubicBezTo>
                  <a:pt x="910898" y="2131701"/>
                  <a:pt x="598716" y="2020835"/>
                  <a:pt x="363988" y="1819519"/>
                </a:cubicBezTo>
                <a:cubicBezTo>
                  <a:pt x="129261" y="1618203"/>
                  <a:pt x="0" y="1350570"/>
                  <a:pt x="0" y="1065808"/>
                </a:cubicBezTo>
                <a:cubicBezTo>
                  <a:pt x="0" y="781047"/>
                  <a:pt x="129261" y="513498"/>
                  <a:pt x="363988" y="312098"/>
                </a:cubicBezTo>
                <a:cubicBezTo>
                  <a:pt x="598716" y="110867"/>
                  <a:pt x="910898" y="0"/>
                  <a:pt x="1242825" y="0"/>
                </a:cubicBezTo>
                <a:lnTo>
                  <a:pt x="3515768" y="0"/>
                </a:lnTo>
                <a:close/>
              </a:path>
            </a:pathLst>
          </a:custGeom>
          <a:solidFill>
            <a:schemeClr val="accent1">
              <a:lumMod val="80000"/>
              <a:lumOff val="20000"/>
            </a:schemeClr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1115695" tIns="0" rIns="0" bIns="0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sym typeface="+mn-ea"/>
              </a:rPr>
              <a:t>单击添加标题</a:t>
            </a:r>
            <a:endParaRPr lang="zh-CN" altLang="en-US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0" name="任意多边形: 形状 47"/>
          <p:cNvSpPr/>
          <p:nvPr>
            <p:custDataLst>
              <p:tags r:id="rId6"/>
            </p:custDataLst>
          </p:nvPr>
        </p:nvSpPr>
        <p:spPr>
          <a:xfrm>
            <a:off x="1290320" y="3227071"/>
            <a:ext cx="3853180" cy="3242310"/>
          </a:xfrm>
          <a:custGeom>
            <a:avLst/>
            <a:gdLst>
              <a:gd name="connsiteX0" fmla="*/ 4275131 w 4275131"/>
              <a:gd name="connsiteY0" fmla="*/ 0 h 3650427"/>
              <a:gd name="connsiteX1" fmla="*/ 4275131 w 4275131"/>
              <a:gd name="connsiteY1" fmla="*/ 1518727 h 3650427"/>
              <a:gd name="connsiteX2" fmla="*/ 2002188 w 4275131"/>
              <a:gd name="connsiteY2" fmla="*/ 1518727 h 3650427"/>
              <a:gd name="connsiteX3" fmla="*/ 1123352 w 4275131"/>
              <a:gd name="connsiteY3" fmla="*/ 1830825 h 3650427"/>
              <a:gd name="connsiteX4" fmla="*/ 759363 w 4275131"/>
              <a:gd name="connsiteY4" fmla="*/ 2584535 h 3650427"/>
              <a:gd name="connsiteX5" fmla="*/ 1123352 w 4275131"/>
              <a:gd name="connsiteY5" fmla="*/ 3338245 h 3650427"/>
              <a:gd name="connsiteX6" fmla="*/ 2002188 w 4275131"/>
              <a:gd name="connsiteY6" fmla="*/ 3650428 h 3650427"/>
              <a:gd name="connsiteX7" fmla="*/ 1955192 w 4275131"/>
              <a:gd name="connsiteY7" fmla="*/ 3650428 h 3650427"/>
              <a:gd name="connsiteX8" fmla="*/ 572644 w 4275131"/>
              <a:gd name="connsiteY8" fmla="*/ 3115836 h 3650427"/>
              <a:gd name="connsiteX9" fmla="*/ 0 w 4275131"/>
              <a:gd name="connsiteY9" fmla="*/ 1825172 h 3650427"/>
              <a:gd name="connsiteX10" fmla="*/ 572644 w 4275131"/>
              <a:gd name="connsiteY10" fmla="*/ 534592 h 3650427"/>
              <a:gd name="connsiteX11" fmla="*/ 1955192 w 4275131"/>
              <a:gd name="connsiteY11" fmla="*/ 0 h 3650427"/>
              <a:gd name="connsiteX12" fmla="*/ 4275131 w 4275131"/>
              <a:gd name="connsiteY12" fmla="*/ 0 h 365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5131" h="3650427">
                <a:moveTo>
                  <a:pt x="4275131" y="0"/>
                </a:moveTo>
                <a:lnTo>
                  <a:pt x="4275131" y="1518727"/>
                </a:lnTo>
                <a:lnTo>
                  <a:pt x="2002188" y="1518727"/>
                </a:lnTo>
                <a:cubicBezTo>
                  <a:pt x="1670262" y="1518727"/>
                  <a:pt x="1358079" y="1629594"/>
                  <a:pt x="1123352" y="1830825"/>
                </a:cubicBezTo>
                <a:cubicBezTo>
                  <a:pt x="888624" y="2032225"/>
                  <a:pt x="759363" y="2299858"/>
                  <a:pt x="759363" y="2584535"/>
                </a:cubicBezTo>
                <a:cubicBezTo>
                  <a:pt x="759363" y="2869212"/>
                  <a:pt x="888624" y="3136930"/>
                  <a:pt x="1123352" y="3338245"/>
                </a:cubicBezTo>
                <a:cubicBezTo>
                  <a:pt x="1358079" y="3539561"/>
                  <a:pt x="1670262" y="3650428"/>
                  <a:pt x="2002188" y="3650428"/>
                </a:cubicBezTo>
                <a:lnTo>
                  <a:pt x="1955192" y="3650428"/>
                </a:lnTo>
                <a:cubicBezTo>
                  <a:pt x="1432919" y="3650428"/>
                  <a:pt x="941948" y="3460587"/>
                  <a:pt x="572644" y="3115836"/>
                </a:cubicBezTo>
                <a:cubicBezTo>
                  <a:pt x="203341" y="2771086"/>
                  <a:pt x="0" y="2312768"/>
                  <a:pt x="0" y="1825172"/>
                </a:cubicBezTo>
                <a:cubicBezTo>
                  <a:pt x="0" y="1337576"/>
                  <a:pt x="203341" y="879343"/>
                  <a:pt x="572644" y="534592"/>
                </a:cubicBezTo>
                <a:cubicBezTo>
                  <a:pt x="941948" y="189841"/>
                  <a:pt x="1432919" y="0"/>
                  <a:pt x="1955192" y="0"/>
                </a:cubicBezTo>
                <a:lnTo>
                  <a:pt x="4275131" y="0"/>
                </a:lnTo>
                <a:close/>
              </a:path>
            </a:pathLst>
          </a:custGeom>
          <a:solidFill>
            <a:schemeClr val="accent2">
              <a:lumMod val="80000"/>
              <a:lumOff val="20000"/>
            </a:schemeClr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1800225" tIns="0" rIns="0" bIns="1871980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sym typeface="+mn-ea"/>
              </a:rPr>
              <a:t>单击添加标题</a:t>
            </a:r>
            <a:endParaRPr lang="zh-CN" altLang="en-US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1" name="任意多边形: 形状 48"/>
          <p:cNvSpPr/>
          <p:nvPr>
            <p:custDataLst>
              <p:tags r:id="rId7"/>
            </p:custDataLst>
          </p:nvPr>
        </p:nvSpPr>
        <p:spPr>
          <a:xfrm>
            <a:off x="605790" y="1877695"/>
            <a:ext cx="4537710" cy="4591685"/>
          </a:xfrm>
          <a:custGeom>
            <a:avLst/>
            <a:gdLst>
              <a:gd name="connsiteX0" fmla="*/ 5034495 w 5034494"/>
              <a:gd name="connsiteY0" fmla="*/ 0 h 5169238"/>
              <a:gd name="connsiteX1" fmla="*/ 5034495 w 5034494"/>
              <a:gd name="connsiteY1" fmla="*/ 1518811 h 5169238"/>
              <a:gd name="connsiteX2" fmla="*/ 2714555 w 5034494"/>
              <a:gd name="connsiteY2" fmla="*/ 1518811 h 5169238"/>
              <a:gd name="connsiteX3" fmla="*/ 1332008 w 5034494"/>
              <a:gd name="connsiteY3" fmla="*/ 2053403 h 5169238"/>
              <a:gd name="connsiteX4" fmla="*/ 759363 w 5034494"/>
              <a:gd name="connsiteY4" fmla="*/ 3343983 h 5169238"/>
              <a:gd name="connsiteX5" fmla="*/ 1332008 w 5034494"/>
              <a:gd name="connsiteY5" fmla="*/ 4634647 h 5169238"/>
              <a:gd name="connsiteX6" fmla="*/ 2714555 w 5034494"/>
              <a:gd name="connsiteY6" fmla="*/ 5169239 h 5169238"/>
              <a:gd name="connsiteX7" fmla="*/ 2584535 w 5034494"/>
              <a:gd name="connsiteY7" fmla="*/ 5169239 h 5169238"/>
              <a:gd name="connsiteX8" fmla="*/ 0 w 5034494"/>
              <a:gd name="connsiteY8" fmla="*/ 2584619 h 5169238"/>
              <a:gd name="connsiteX9" fmla="*/ 757001 w 5034494"/>
              <a:gd name="connsiteY9" fmla="*/ 757001 h 5169238"/>
              <a:gd name="connsiteX10" fmla="*/ 2584535 w 5034494"/>
              <a:gd name="connsiteY10" fmla="*/ 0 h 5169238"/>
              <a:gd name="connsiteX11" fmla="*/ 5034495 w 5034494"/>
              <a:gd name="connsiteY11" fmla="*/ 0 h 5169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34494" h="5169238">
                <a:moveTo>
                  <a:pt x="5034495" y="0"/>
                </a:moveTo>
                <a:lnTo>
                  <a:pt x="5034495" y="1518811"/>
                </a:lnTo>
                <a:lnTo>
                  <a:pt x="2714555" y="1518811"/>
                </a:lnTo>
                <a:cubicBezTo>
                  <a:pt x="2192282" y="1518811"/>
                  <a:pt x="1701311" y="1708652"/>
                  <a:pt x="1332008" y="2053403"/>
                </a:cubicBezTo>
                <a:cubicBezTo>
                  <a:pt x="962704" y="2398154"/>
                  <a:pt x="759363" y="2856472"/>
                  <a:pt x="759363" y="3343983"/>
                </a:cubicBezTo>
                <a:cubicBezTo>
                  <a:pt x="759363" y="3831494"/>
                  <a:pt x="962704" y="4289897"/>
                  <a:pt x="1332008" y="4634647"/>
                </a:cubicBezTo>
                <a:cubicBezTo>
                  <a:pt x="1701311" y="4979398"/>
                  <a:pt x="2192282" y="5169239"/>
                  <a:pt x="2714555" y="5169239"/>
                </a:cubicBezTo>
                <a:lnTo>
                  <a:pt x="2584535" y="5169239"/>
                </a:lnTo>
                <a:cubicBezTo>
                  <a:pt x="1157101" y="5169239"/>
                  <a:pt x="0" y="4012054"/>
                  <a:pt x="0" y="2584619"/>
                </a:cubicBezTo>
                <a:cubicBezTo>
                  <a:pt x="0" y="1870902"/>
                  <a:pt x="289317" y="1224769"/>
                  <a:pt x="757001" y="757001"/>
                </a:cubicBezTo>
                <a:cubicBezTo>
                  <a:pt x="1224684" y="289317"/>
                  <a:pt x="1870818" y="0"/>
                  <a:pt x="2584535" y="0"/>
                </a:cubicBezTo>
                <a:lnTo>
                  <a:pt x="5034495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rgbClr val="FFFFFF"/>
            </a:solidFill>
            <a:prstDash val="solid"/>
            <a:miter/>
          </a:ln>
        </p:spPr>
        <p:txBody>
          <a:bodyPr rot="0" spcFirstLastPara="0" vert="horz" wrap="square" lIns="2484120" tIns="0" rIns="0" bIns="3383915" numCol="1" spcCol="0" rtlCol="0" fromWordArt="0" anchor="ctr" anchorCtr="0" forceAA="0" compatLnSpc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sym typeface="+mn-ea"/>
              </a:rPr>
              <a:t>单击添加标题</a:t>
            </a:r>
            <a:endParaRPr lang="zh-CN" altLang="en-US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2" name="文本框 48"/>
          <p:cNvSpPr txBox="1"/>
          <p:nvPr>
            <p:custDataLst>
              <p:tags r:id="rId8"/>
            </p:custDataLst>
          </p:nvPr>
        </p:nvSpPr>
        <p:spPr>
          <a:xfrm>
            <a:off x="2551430" y="2330451"/>
            <a:ext cx="483235" cy="404495"/>
          </a:xfrm>
          <a:prstGeom prst="rect">
            <a:avLst/>
          </a:prstGeom>
          <a:noFill/>
        </p:spPr>
        <p:txBody>
          <a:bodyPr wrap="none" rtlCol="0" anchor="b" anchorCtr="0">
            <a:normAutofit fontScale="9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rgbClr val="FFFFFF"/>
                </a:solidFill>
              </a:rPr>
              <a:t>03</a:t>
            </a:r>
            <a:endParaRPr lang="en-US" altLang="zh-CN" sz="2400" b="1">
              <a:solidFill>
                <a:srgbClr val="FFFFFF"/>
              </a:solidFill>
            </a:endParaRPr>
          </a:p>
        </p:txBody>
      </p:sp>
      <p:sp>
        <p:nvSpPr>
          <p:cNvPr id="13" name="文本框 49"/>
          <p:cNvSpPr txBox="1"/>
          <p:nvPr>
            <p:custDataLst>
              <p:tags r:id="rId9"/>
            </p:custDataLst>
          </p:nvPr>
        </p:nvSpPr>
        <p:spPr>
          <a:xfrm>
            <a:off x="2551430" y="3737611"/>
            <a:ext cx="483235" cy="404495"/>
          </a:xfrm>
          <a:prstGeom prst="rect">
            <a:avLst/>
          </a:prstGeom>
          <a:noFill/>
        </p:spPr>
        <p:txBody>
          <a:bodyPr wrap="none" rtlCol="0" anchor="b" anchorCtr="0">
            <a:normAutofit fontScale="9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rgbClr val="FFFFFF"/>
                </a:solidFill>
              </a:rPr>
              <a:t>02</a:t>
            </a:r>
            <a:endParaRPr lang="en-US" altLang="zh-CN" sz="2400" b="1">
              <a:solidFill>
                <a:srgbClr val="FFFFFF"/>
              </a:solidFill>
            </a:endParaRPr>
          </a:p>
        </p:txBody>
      </p:sp>
      <p:sp>
        <p:nvSpPr>
          <p:cNvPr id="14" name="文本框 54"/>
          <p:cNvSpPr txBox="1"/>
          <p:nvPr>
            <p:custDataLst>
              <p:tags r:id="rId10"/>
            </p:custDataLst>
          </p:nvPr>
        </p:nvSpPr>
        <p:spPr>
          <a:xfrm>
            <a:off x="2551430" y="5339081"/>
            <a:ext cx="483235" cy="404495"/>
          </a:xfrm>
          <a:prstGeom prst="rect">
            <a:avLst/>
          </a:prstGeom>
          <a:noFill/>
        </p:spPr>
        <p:txBody>
          <a:bodyPr wrap="none" rtlCol="0" anchor="b" anchorCtr="0">
            <a:normAutofit fontScale="9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solidFill>
                  <a:srgbClr val="FFFFFF"/>
                </a:solidFill>
              </a:rPr>
              <a:t>01</a:t>
            </a:r>
            <a:endParaRPr lang="en-US" altLang="zh-CN" sz="2400" b="1">
              <a:solidFill>
                <a:srgbClr val="FFFFFF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4_2*l_h_f*1_3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内容"/>
  <p:tag name="KSO_WM_UNIT_FILL_TYPE" val="3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4_2*l_h_f*1_2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"/>
  <p:tag name="KSO_WM_UNIT_FILL_TYPE" val="3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4_2*l_h_f*1_1_1"/>
  <p:tag name="KSO_WM_TEMPLATE_CATEGORY" val="diagram"/>
  <p:tag name="KSO_WM_TEMPLATE_INDEX" val="20232474"/>
  <p:tag name="KSO_WM_UNIT_LAYERLEVEL" val="1_1_1"/>
  <p:tag name="KSO_WM_TAG_VERSION" val="3.0"/>
  <p:tag name="KSO_WM_UNIT_VALUE" val="45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VERSION" val="3"/>
  <p:tag name="KSO_WM_DIAGRAM_COLOR_TRICK" val="1"/>
  <p:tag name="KSO_WM_DIAGRAM_COLOR_TEXT_CAN_REMOVE" val="n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内容，简明扼要地阐述您的观点，根据需要可酌情增减文字"/>
  <p:tag name="KSO_WM_UNIT_FILL_TYPE" val="3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2474_2*l_h_i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2474_2*l_h_d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4_2*l_h_a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2474_2*l_h_i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4_2*l_h_a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2474_2*l_h_d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2474_2*l_h_i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4_2*l_h_a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VALUE" val="271*2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2474_2*l_h_d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6.45001220703125,&quot;left&quot;:54.48223876953125,&quot;top&quot;:185.42499389648438,&quot;width&quot;:851.0355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21882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2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2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2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2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添加文本具体内容，简明扼要地阐述您的观点。可酌情增减文字，以便观者准确地理解您传达的思想。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68_2*l_h_a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68_2*l_h_f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left&quot;:54.79998779296875,&quot;top&quot;:145.51802673339844,&quot;width&quot;:850.41607519915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3621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55.174957275390625,&quot;top&quot;:134.46256103515626,&quot;width&quot;:849.6500854492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8475]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i*1_1_4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6000000238418579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i*1_1_2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solid&quot;:{&quot;brightness&quot;:0.800000011920929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57_2*n_h_i*1_1_1"/>
  <p:tag name="KSO_WM_TEMPLATE_CATEGORY" val="diagram"/>
  <p:tag name="KSO_WM_TEMPLATE_INDEX" val="20230957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i*1_1_3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57_2*n_h_h_f*1_2_1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57_2*n_h_h_a*1_2_1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57_2*n_h_h_f*1_2_3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57_2*n_h_h_a*1_2_3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57_2*n_h_h_f*1_2_2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57_2*n_h_h_a*1_2_2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3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3499999940395355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0957_2*n_h_a*1_1_1"/>
  <p:tag name="KSO_WM_TEMPLATE_CATEGORY" val="diagram"/>
  <p:tag name="KSO_WM_TEMPLATE_INDEX" val="202309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2*n_h_x*1_1_1"/>
  <p:tag name="KSO_WM_TEMPLATE_CATEGORY" val="diagram"/>
  <p:tag name="KSO_WM_TEMPLATE_INDEX" val="202309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11*120"/>
  <p:tag name="KSO_WM_UNIT_TYPE" val="n_h_x"/>
  <p:tag name="KSO_WM_UNIT_INDEX" val="1_1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2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3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1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2*n_h_h_x*1_2_2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73*73"/>
  <p:tag name="KSO_WM_UNIT_TYPE" val="n_h_h_x"/>
  <p:tag name="KSO_WM_UNIT_INDEX" val="1_2_2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2*n_h_h_x*1_2_3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64*69"/>
  <p:tag name="KSO_WM_UNIT_TYPE" val="n_h_h_x"/>
  <p:tag name="KSO_WM_UNIT_INDEX" val="1_2_3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2*n_h_h_x*1_2_1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73*73"/>
  <p:tag name="KSO_WM_UNIT_TYPE" val="n_h_h_x"/>
  <p:tag name="KSO_WM_UNIT_INDEX" val="1_2_1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1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3499999940395355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2*n_h_h_i*1_2_2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64.54998779296875,&quot;left&quot;:54.399993896484375,&quot;top&quot;:146.37500610351563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3499999940395355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2479]}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i*1_1"/>
  <p:tag name="KSO_WM_TEMPLATE_CATEGORY" val="diagram"/>
  <p:tag name="KSO_WM_TEMPLATE_INDEX" val="20234406"/>
  <p:tag name="KSO_WM_UNIT_LAYERLEVEL" val="1_1"/>
  <p:tag name="KSO_WM_TAG_VERSION" val="3.0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.6499999761581421,&quot;colorType&quot;:1,&quot;foreColorIndex&quot;:13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5"/>
  <p:tag name="KSO_WM_UNIT_LINE_FORE_SCHEMECOLOR_INDEX" val="-2"/>
  <p:tag name="KSO_WM_DIAGRAM_USE_COLOR_VALUE" val="{&quot;color_scheme&quot;:1,&quot;color_type&quot;:1,&quot;theme_color_indexes&quot;:[5,6,5,6,5,6]}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1_1"/>
  <p:tag name="KSO_WM_TEMPLATE_CATEGORY" val="diagram"/>
  <p:tag name="KSO_WM_TEMPLATE_INDEX" val="20234406"/>
  <p:tag name="KSO_WM_UNIT_LAYERLEVEL" val="1_1_1"/>
  <p:tag name="KSO_WM_TAG_VERSION" val="3.0"/>
  <p:tag name="KSO_WM_UNIT_VALUE" val="127*144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2_1"/>
  <p:tag name="KSO_WM_TEMPLATE_CATEGORY" val="diagram"/>
  <p:tag name="KSO_WM_TEMPLATE_INDEX" val="20234406"/>
  <p:tag name="KSO_WM_UNIT_LAYERLEVEL" val="1_1_1"/>
  <p:tag name="KSO_WM_TAG_VERSION" val="3.0"/>
  <p:tag name="KSO_WM_UNIT_VALUE" val="132*129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3_1"/>
  <p:tag name="KSO_WM_TEMPLATE_CATEGORY" val="diagram"/>
  <p:tag name="KSO_WM_TEMPLATE_INDEX" val="20234406"/>
  <p:tag name="KSO_WM_UNIT_LAYERLEVEL" val="1_1_1"/>
  <p:tag name="KSO_WM_TAG_VERSION" val="3.0"/>
  <p:tag name="KSO_WM_UNIT_VALUE" val="107*144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3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2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1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1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2.7,&quot;left&quot;:96.47503937007875,&quot;top&quot;:117.3,&quot;width&quot;:767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6188]}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015_2*l_h_a*1_1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FILL_TYPE" val="1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015_2*l_h_f*1_1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SUBTYPE" val="a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请单击此处添加正文，文字是您思想的提炼"/>
  <p:tag name="KSO_WM_UNIT_TEXT_FILL_FORE_SCHEMECOLOR_INDEX" val="1"/>
  <p:tag name="KSO_WM_UNIT_TEXT_FILL_TYPE" val="1"/>
  <p:tag name="KSO_WM_UNIT_TEXT_LAYER_COUNT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UNIT_VALUE" val="649*6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1015_2*l_h_d*1_3_1"/>
  <p:tag name="KSO_WM_TEMPLATE_CATEGORY" val="diagram"/>
  <p:tag name="KSO_WM_TEMPLATE_INDEX" val="202310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15_2*l_h_a*1_2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FILL_TYPE" val="1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015_2*l_h_f*1_2_1"/>
  <p:tag name="KSO_WM_TEMPLATE_CATEGORY" val="diagram"/>
  <p:tag name="KSO_WM_TEMPLATE_INDEX" val="20231015"/>
  <p:tag name="KSO_WM_UNIT_LAYERLEVEL" val="1_1_1"/>
  <p:tag name="KSO_WM_TAG_VERSION" val="3.0"/>
  <p:tag name="KSO_WM_UNIT_VALUE" val="33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请单击此处添加正文，文字是您思想的提炼"/>
  <p:tag name="KSO_WM_UNIT_TEXT_FILL_FORE_SCHEMECOLOR_INDEX" val="1"/>
  <p:tag name="KSO_WM_UNIT_TEXT_FILL_TYPE" val="1"/>
  <p:tag name="KSO_WM_UNIT_TEXT_LAYER_COUNT" val="1"/>
  <p:tag name="KSO_WM_DIAGRAM_USE_COLOR_VALUE" val="{&quot;color_scheme&quot;:1,&quot;color_type&quot;:1,&quot;theme_color_indexes&quot;:[5,6,5,6,5,6]}"/>
</p:tagLst>
</file>

<file path=ppt/tags/tag165.xml><?xml version="1.0" encoding="utf-8"?>
<p:tagLst xmlns:p="http://schemas.openxmlformats.org/presentationml/2006/main">
  <p:tag name="KSO_WM_UNIT_VALUE" val="649*6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1015_2*l_h_d*1_1_1"/>
  <p:tag name="KSO_WM_TEMPLATE_CATEGORY" val="diagram"/>
  <p:tag name="KSO_WM_TEMPLATE_INDEX" val="202310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015_2*l_h_a*1_3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FILL_TYPE" val="1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015_2*l_h_f*1_3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VALUE" val="33"/>
  <p:tag name="KSO_WM_UNIT_SUBTYPE" val="a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请单击此处添加正文，文字是您思想的提炼"/>
  <p:tag name="KSO_WM_UNIT_TEXT_FILL_FORE_SCHEMECOLOR_INDEX" val="1"/>
  <p:tag name="KSO_WM_UNIT_TEXT_FILL_TYPE" val="1"/>
  <p:tag name="KSO_WM_UNIT_TEXT_LAYER_COUNT" val="1"/>
  <p:tag name="KSO_WM_DIAGRAM_USE_COLOR_VALUE" val="{&quot;color_scheme&quot;:1,&quot;color_type&quot;:1,&quot;theme_color_indexes&quot;:[5,6,5,6,5,6]}"/>
</p:tagLst>
</file>

<file path=ppt/tags/tag168.xml><?xml version="1.0" encoding="utf-8"?>
<p:tagLst xmlns:p="http://schemas.openxmlformats.org/presentationml/2006/main">
  <p:tag name="KSO_WM_UNIT_VALUE" val="649*6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1015_2*l_h_d*1_2_1"/>
  <p:tag name="KSO_WM_TEMPLATE_CATEGORY" val="diagram"/>
  <p:tag name="KSO_WM_TEMPLATE_INDEX" val="202310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1.05003326656316,&quot;left&quot;:64.78750610351562,&quot;top&quot;:163.12500610351563,&quot;width&quot;:830.424987792968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UNIT_PICTURE_SUBTYPE" val="b"/>
  <p:tag name="KSO_WM_DIAGRAM_USE_COLOR_VALUE" val="{&quot;color_scheme&quot;:1,&quot;color_type&quot;:1,&quot;theme_color_indexes&quot;:[5,6,5,6,5,6]}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3593]}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450_1*l_h_a*1_3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450_1*l_h_f*1_3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智能图形项正文内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1_2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1_3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.25,&quot;colorType&quot;:1,&quot;foreColorIndex&quot;:5,&quot;transparency&quot;:0.10000000149011612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25"/>
  <p:tag name="KSO_WM_UNIT_LINE_FORE_SCHEMECOLOR_INDEX" val="-2"/>
  <p:tag name="KSO_WM_DIAGRAM_USE_COLOR_VALUE" val="{&quot;color_scheme&quot;:1,&quot;color_type&quot;:1,&quot;theme_color_indexes&quot;:[5,6,5,6,5,6]}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1_4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450_1*l_h_a*1_1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450_1*l_h_f*1_1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项正文具体内容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2_4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450_1*l_h_a*1_2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450_1*l_h_f*1_2_1"/>
  <p:tag name="KSO_WM_TEMPLATE_CATEGORY" val="diagram"/>
  <p:tag name="KSO_WM_TEMPLATE_INDEX" val="20234450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您的智能图形项正文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2_3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,&quot;colorType&quot;:1,&quot;foreColorIndex&quot;:5,&quot;transparency&quot;:0.10000000149011612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6,5,6,5,6]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3_4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3_2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3_3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.5,&quot;colorType&quot;:1,&quot;foreColorIndex&quot;:5,&quot;transparency&quot;:0.10000000149011612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5"/>
  <p:tag name="KSO_WM_UNIT_LINE_FORE_SCHEMECOLOR_INDEX" val="-2"/>
  <p:tag name="KSO_WM_DIAGRAM_USE_COLOR_VALUE" val="{&quot;color_scheme&quot;:1,&quot;color_type&quot;:1,&quot;theme_color_indexes&quot;:[5,6,5,6,5,6]}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3_1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6,5,6,5,6]}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x*1_3_1"/>
  <p:tag name="KSO_WM_TEMPLATE_CATEGORY" val="diagram"/>
  <p:tag name="KSO_WM_TEMPLATE_INDEX" val="20234450"/>
  <p:tag name="KSO_WM_UNIT_LAYERLEVEL" val="1_1_1"/>
  <p:tag name="KSO_WM_TAG_VERSION" val="3.0"/>
  <p:tag name="KSO_WM_UNIT_VALUE" val="100*100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2_1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-2"/>
  <p:tag name="KSO_WM_DIAGRAM_USE_COLOR_VALUE" val="{&quot;color_scheme&quot;:1,&quot;color_type&quot;:1,&quot;theme_color_indexes&quot;:[5,6,5,6,5,6]}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x*1_2_1"/>
  <p:tag name="KSO_WM_TEMPLATE_CATEGORY" val="diagram"/>
  <p:tag name="KSO_WM_TEMPLATE_INDEX" val="20234450"/>
  <p:tag name="KSO_WM_UNIT_LAYERLEVEL" val="1_1_1"/>
  <p:tag name="KSO_WM_TAG_VERSION" val="3.0"/>
  <p:tag name="KSO_WM_UNIT_VALUE" val="100*86"/>
  <p:tag name="KSO_WM_DIAGRAM_GROUP_CODE" val="l1-1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i*1_1_1"/>
  <p:tag name="KSO_WM_TEMPLATE_CATEGORY" val="diagram"/>
  <p:tag name="KSO_WM_TEMPLATE_INDEX" val="20234450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.11999999731779099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.12"/>
  <p:tag name="KSO_WM_UNIT_LINE_FORE_SCHEMECOLOR_INDEX" val="-2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50_1*l_h_x*1_1_1"/>
  <p:tag name="KSO_WM_TEMPLATE_CATEGORY" val="diagram"/>
  <p:tag name="KSO_WM_TEMPLATE_INDEX" val="20234450"/>
  <p:tag name="KSO_WM_UNIT_LAYERLEVEL" val="1_1_1"/>
  <p:tag name="KSO_WM_TAG_VERSION" val="3.0"/>
  <p:tag name="KSO_WM_UNIT_VALUE" val="100*9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450_1*l_h_i*1_2_2"/>
  <p:tag name="KSO_WM_TEMPLATE_CATEGORY" val="diagram"/>
  <p:tag name="KSO_WM_TEMPLATE_INDEX" val="20234450"/>
  <p:tag name="KSO_WM_UNIT_LAYERLEVEL" val="1_1_1"/>
  <p:tag name="KSO_WM_TAG_VERSION" val="3.0"/>
  <p:tag name="KSO_WM_BEAUTIFY_FLAG" val="#wm#"/>
  <p:tag name="KSO_WM_UNIT_LINE_FORE_SCHEMECOLOR_INDEX" val="5"/>
  <p:tag name="KSO_WM_DIAGRAM_MAX_ITEMCNT" val="3"/>
  <p:tag name="KSO_WM_DIAGRAM_MIN_ITEMCNT" val="3"/>
  <p:tag name="KSO_WM_DIAGRAM_VIRTUALLY_FRAME" val="{&quot;height&quot;:371.6144104003906,&quot;left&quot;:54.775039370078744,&quot;top&quot;:142.8427947998047,&quot;width&quot;:850.4305575537494}"/>
  <p:tag name="KSO_WM_DIAGRAM_COLOR_MATCH_VALUE" val="{&quot;shape&quot;:{&quot;fill&quot;:{&quot;type&quot;:0},&quot;glow&quot;:{&quot;colorType&quot;:0},&quot;line&quot;:{&quot;solidLine&quot;:{&quot;brightness&quot;:0.10000000149011612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5124]}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i*1_1"/>
  <p:tag name="KSO_WM_TEMPLATE_CATEGORY" val="diagram"/>
  <p:tag name="KSO_WM_TEMPLATE_INDEX" val="20236930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0},{&quot;brightness&quot;:0,&quot;colorType&quot;:1,&quot;foreColorIndex&quot;:5,&quot;pos&quot;:0.6899999976158142,&quot;transparency&quot;:0.20000000298023224},{&quot;brightness&quot;:0,&quot;colorType&quot;:1,&quot;foreColorIndex&quot;:5,&quot;pos&quot;:0.38999998569488525,&quot;transparency&quot;:0.20000000298023224},{&quot;brightness&quot;:0.800000011920929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95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1_4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4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.7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5"/>
  <p:tag name="KSO_WM_DIAGRAM_USE_COLOR_VALUE" val="{&quot;color_scheme&quot;:1,&quot;color_type&quot;:1,&quot;theme_color_indexes&quot;:[5,6,5,6,5,6]}"/>
</p:tagLst>
</file>

<file path=ppt/tags/tag196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f*1_1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项正文，文字是思想的提炼，请言简意赅的阐述观点。&#10;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7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a*1_1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8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1_3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9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1_2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0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1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01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2_4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4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2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f*1_2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项正文，文字是思想的提炼，请言简意赅的阐述观点。&#10;"/>
  <p:tag name="KSO_WM_DIAGRAM_USE_COLOR_VALUE" val="{&quot;color_scheme&quot;:1,&quot;color_type&quot;:1,&quot;theme_color_indexes&quot;:[5,6,5,6,5,6]}"/>
</p:tagLst>
</file>

<file path=ppt/tags/tag203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a*1_2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DIAGRAM_USE_COLOR_VALUE" val="{&quot;color_scheme&quot;:1,&quot;color_type&quot;:1,&quot;theme_color_indexes&quot;:[5,6,5,6,5,6]}"/>
</p:tagLst>
</file>

<file path=ppt/tags/tag204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2_3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5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2_2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6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2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07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3_4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4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.7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5"/>
  <p:tag name="KSO_WM_DIAGRAM_USE_COLOR_VALUE" val="{&quot;color_scheme&quot;:1,&quot;color_type&quot;:1,&quot;theme_color_indexes&quot;:[5,6,5,6,5,6]}"/>
</p:tagLst>
</file>

<file path=ppt/tags/tag208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f*1_3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项正文，文字是思想的提炼，请言简意赅的阐述观点。&#10;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9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a*1_3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0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3_3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1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3_2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2.xml><?xml version="1.0" encoding="utf-8"?>
<p:tagLst xmlns:p="http://schemas.openxmlformats.org/presentationml/2006/main">
  <p:tag name="KSO_WM_DIAGRAM_VIRTUALLY_FRAME" val="{&quot;height&quot;:274.5214205908588,&quot;left&quot;:0,&quot;top&quot;:191.3750393700787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0_2*m_h_i*1_3_1"/>
  <p:tag name="KSO_WM_TEMPLATE_CATEGORY" val="diagram"/>
  <p:tag name="KSO_WM_TEMPLATE_INDEX" val="20236930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7967]}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i*1_2_1"/>
  <p:tag name="KSO_WM_UNIT_INDEX" val="1_2_1"/>
  <p:tag name="KSO_WM_DIAGRAM_GROUP_CODE" val="n1-1"/>
  <p:tag name="KSO_WM_UNIT_LINE_FORE_SCHEMECOLOR_INDEX" val="5"/>
  <p:tag name="KSO_WM_DIAGRAM_USE_COLOR_VALUE" val="{&quot;color_scheme&quot;:1,&quot;color_type&quot;:1,&quot;theme_color_indexes&quot;:[5,6,5,6,5,6]}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36"/>
  <p:tag name="KSO_WM_UNIT_TYPE" val="n_h_a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.949999988079071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a*1_1_1"/>
  <p:tag name="KSO_WM_UNIT_INDEX" val="1_1_1"/>
  <p:tag name="KSO_WM_DIAGRAM_GROUP_CODE" val="n1-1"/>
  <p:tag name="KSO_WM_UNIT_PRESET_TEXT" val="添加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500000238418579},&quot;type&quot;:1},&quot;shadow&quot;:{&quot;brightness&quot;:0,&quot;colorType&quot;:1,&quot;foreColorIndex&quot;:13,&quot;transparency&quot;:0.9100000262260437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0963_2*n_h_i*1_1_3"/>
  <p:tag name="KSO_WM_UNIT_INDEX" val="1_1_3"/>
  <p:tag name="KSO_WM_DIAGRAM_GROUP_CODE" val="n1-1"/>
  <p:tag name="KSO_WM_UNIT_LINE_FORE_SCHEMECOLOR_INDEX" val="5"/>
  <p:tag name="KSO_WM_DIAGRAM_USE_COLOR_VALUE" val="{&quot;color_scheme&quot;:1,&quot;color_type&quot;:1,&quot;theme_color_indexes&quot;:[5,6,5,6,5,6]}"/>
</p:tagLst>
</file>

<file path=ppt/tags/tag2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1_1"/>
  <p:tag name="KSO_WM_UNIT_INDEX" val="1_2_1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3_1"/>
  <p:tag name="KSO_WM_UNIT_INDEX" val="1_2_3_1"/>
  <p:tag name="KSO_WM_DIAGRAM_GROUP_CODE" val="n1-1"/>
  <p:tag name="KSO_WM_DIAGRAM_USE_COLOR_VALUE" val="{&quot;color_scheme&quot;:1,&quot;color_type&quot;:1,&quot;theme_color_indexes&quot;:[5,6,5,6,5,6]}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3_2"/>
  <p:tag name="KSO_WM_UNIT_INDEX" val="1_2_3_2"/>
  <p:tag name="KSO_WM_DIAGRAM_GROUP_CODE" val="n1-1"/>
  <p:tag name="KSO_WM_UNIT_FILL_TYPE" val="3"/>
  <p:tag name="KSO_WM_DIAGRAM_USE_COLOR_VALUE" val="{&quot;color_scheme&quot;:1,&quot;color_type&quot;:1,&quot;theme_color_indexes&quot;:[5,6,5,6,5,6]}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2_1"/>
  <p:tag name="KSO_WM_UNIT_INDEX" val="1_2_2_1"/>
  <p:tag name="KSO_WM_DIAGRAM_GROUP_CODE" val="n1-1"/>
  <p:tag name="KSO_WM_DIAGRAM_USE_COLOR_VALUE" val="{&quot;color_scheme&quot;:1,&quot;color_type&quot;:1,&quot;theme_color_indexes&quot;:[5,6,5,6,5,6]}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2_2"/>
  <p:tag name="KSO_WM_UNIT_INDEX" val="1_2_2_2"/>
  <p:tag name="KSO_WM_DIAGRAM_GROUP_CODE" val="n1-1"/>
  <p:tag name="KSO_WM_UNIT_FILL_TYPE" val="3"/>
  <p:tag name="KSO_WM_DIAGRAM_USE_COLOR_VALUE" val="{&quot;color_scheme&quot;:1,&quot;color_type&quot;:1,&quot;theme_color_indexes&quot;:[5,6,5,6,5,6]}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1_1"/>
  <p:tag name="KSO_WM_UNIT_INDEX" val="1_2_1_1"/>
  <p:tag name="KSO_WM_DIAGRAM_GROUP_CODE" val="n1-1"/>
  <p:tag name="KSO_WM_DIAGRAM_USE_COLOR_VALUE" val="{&quot;color_scheme&quot;:1,&quot;color_type&quot;:1,&quot;theme_color_indexes&quot;:[5,6,5,6,5,6]}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1_2"/>
  <p:tag name="KSO_WM_UNIT_INDEX" val="1_2_1_2"/>
  <p:tag name="KSO_WM_DIAGRAM_GROUP_CODE" val="n1-1"/>
  <p:tag name="KSO_WM_UNIT_FILL_TYPE" val="3"/>
  <p:tag name="KSO_WM_DIAGRAM_USE_COLOR_VALUE" val="{&quot;color_scheme&quot;:1,&quot;color_type&quot;:1,&quot;theme_color_indexes&quot;:[5,6,5,6,5,6]}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2,&quot;pos&quot;:1,&quot;rgb&quot;:&quot;#376fff&quot;,&quot;transparency&quot;:1},{&quot;brightness&quot;:0,&quot;colorType&quot;:2,&quot;pos&quot;:0.5,&quot;rgb&quot;:&quot;#ffffff&quot;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0963_2*n_h_i*1_1_4"/>
  <p:tag name="KSO_WM_UNIT_INDEX" val="1_1_4"/>
  <p:tag name="KSO_WM_DIAGRAM_GROUP_CODE" val="n1-1"/>
  <p:tag name="KSO_WM_DIAGRAM_USE_COLOR_VALUE" val="{&quot;color_scheme&quot;:1,&quot;color_type&quot;:1,&quot;theme_color_indexes&quot;:[5,6,5,6,5,6]}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84*72"/>
  <p:tag name="KSO_WM_UNIT_TYPE" val="n_h_h_x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BEAUTIFY_FLAG" val="#wm#"/>
  <p:tag name="KSO_WM_UNIT_ID" val="diagram20230963_2*n_h_h_x*1_2_2_1"/>
  <p:tag name="KSO_WM_UNIT_INDEX" val="1_2_2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76*78"/>
  <p:tag name="KSO_WM_UNIT_TYPE" val="n_h_h_x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BEAUTIFY_FLAG" val="#wm#"/>
  <p:tag name="KSO_WM_UNIT_ID" val="diagram20230963_2*n_h_h_x*1_2_3_1"/>
  <p:tag name="KSO_WM_UNIT_INDEX" val="1_2_3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9"/>
  <p:tag name="KSO_WM_UNIT_HIGHLIGHT" val="0"/>
  <p:tag name="KSO_WM_UNIT_COMPATIBLE" val="0"/>
  <p:tag name="KSO_WM_UNIT_DIAGRAM_ISNUMVISUAL" val="0"/>
  <p:tag name="KSO_WM_UNIT_DIAGRAM_ISREFERUNIT" val="0"/>
  <p:tag name="KSO_WM_UNIT_TYPE" val="n_h_h_x"/>
  <p:tag name="KSO_WM_TEMPLATE_CATEGORY" val="diagram"/>
  <p:tag name="KSO_WM_TEMPLATE_INDEX" val="20230963"/>
  <p:tag name="KSO_WM_UNIT_LAYERLEVEL" val="1_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UNIT_ID" val="diagram20230963_2*n_h_h_x*1_2_1_1"/>
  <p:tag name="KSO_WM_UNIT_INDEX" val="1_2_1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3_1"/>
  <p:tag name="KSO_WM_UNIT_INDEX" val="1_2_3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2_1"/>
  <p:tag name="KSO_WM_UNIT_INDEX" val="1_2_2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0963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solid&quot;:{&quot;brightness&quot;:0.800000011920929,&quot;colorType&quot;:1,&quot;foreColorIndex&quot;:5,&quot;transparency&quot;:0.6499999761581421},&quot;type&quot;:1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i*1_1_1"/>
  <p:tag name="KSO_WM_UNIT_INDEX" val="1_1_1"/>
  <p:tag name="KSO_WM_DIAGRAM_GROUP_CODE" val="n1-1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2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0963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i*1_1_2"/>
  <p:tag name="KSO_WM_UNIT_INDEX" val="1_1_2"/>
  <p:tag name="KSO_WM_DIAGRAM_GROUP_CODE" val="n1-1"/>
  <p:tag name="KSO_WM_DIAGRAM_USE_COLOR_VALUE" val="{&quot;color_scheme&quot;:1,&quot;color_type&quot;:1,&quot;theme_color_indexes&quot;:[5,6,5,6,5,6]}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2617]}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3261_1*n_h_h_f*1_2_1_1"/>
  <p:tag name="KSO_WM_TEMPLATE_CATEGORY" val="diagram"/>
  <p:tag name="KSO_WM_TEMPLATE_INDEX" val="2023326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3261_1*n_h_h_f*1_2_2_1"/>
  <p:tag name="KSO_WM_TEMPLATE_CATEGORY" val="diagram"/>
  <p:tag name="KSO_WM_TEMPLATE_INDEX" val="2023326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3261_1*n_h_h_f*1_2_3_1"/>
  <p:tag name="KSO_WM_TEMPLATE_CATEGORY" val="diagram"/>
  <p:tag name="KSO_WM_TEMPLATE_INDEX" val="2023326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3261_1*n_h_h_i*1_2_3_2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3261_1*n_h_h_i*1_2_2_2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3261_1*n_h_h_i*1_2_1_2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261_1*n_h_h_i*1_2_3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261_1*n_h_h_i*1_2_2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3261_1*n_h_h_x*1_2_1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2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261_1*n_h_h_i*1_2_1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3261_1*n_h_h_x*1_2_2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2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3261_1*n_h_h_x*1_2_3_1"/>
  <p:tag name="KSO_WM_TEMPLATE_CATEGORY" val="diagram"/>
  <p:tag name="KSO_WM_TEMPLATE_INDEX" val="20233261"/>
  <p:tag name="KSO_WM_UNIT_LAYERLEVEL" val="1_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DIAGRAM_USE_COLOR_VALUE" val="{&quot;color_scheme&quot;:1,&quot;color_type&quot;:1,&quot;theme_color_indexes&quot;:[5,6,5,6,5,6]}"/>
</p:tagLst>
</file>

<file path=ppt/tags/tag2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3261_1*n_h_a*1_1_1"/>
  <p:tag name="KSO_WM_TEMPLATE_CATEGORY" val="diagram"/>
  <p:tag name="KSO_WM_TEMPLATE_INDEX" val="20233261"/>
  <p:tag name="KSO_WM_UNIT_LAYERLEVEL" val="1_1_1"/>
  <p:tag name="KSO_WM_TAG_VERSION" val="3.0"/>
  <p:tag name="KSO_WM_DIAGRAM_MAX_ITEMCNT" val="3"/>
  <p:tag name="KSO_WM_DIAGRAM_MIN_ITEMCNT" val="3"/>
  <p:tag name="KSO_WM_DIAGRAM_VIRTUALLY_FRAME" val="{&quot;height&quot;:388.3481936621478,&quot;left&quot;:61.0968017578125,&quot;top&quot;:134.47503937007872,&quot;width&quot;:837.84689902958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TEXT_TYPE" val="1"/>
  <p:tag name="KSO_WM_UNIT_VALUE" val="40"/>
  <p:tag name="KSO_WM_BEAUTIFY_FLAG" val="#wm#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2475]}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35_1*m_i*1_1"/>
  <p:tag name="KSO_WM_TEMPLATE_CATEGORY" val="diagram"/>
  <p:tag name="KSO_WM_TEMPLATE_INDEX" val="20236935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3"/>
  <p:tag name="KSO_WM_DIAGRAM_VIRTUALLY_FRAME" val="{&quot;height&quot;:406.0899353027344,&quot;left&quot;:0,&quot;top&quot;:125.60503234863282,&quot;width&quot;:960}"/>
  <p:tag name="KSO_WM_DIAGRAM_COLOR_MATCH_VALUE" val="{&quot;shape&quot;:{&quot;fill&quot;:{&quot;gradient&quot;:[{&quot;brightness&quot;:0.5,&quot;colorType&quot;:1,&quot;foreColorIndex&quot;:5,&quot;pos&quot;:1,&quot;transparency&quot;:0.20000000298023224},{&quot;brightness&quot;:0.5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35_1*m_i*1_2"/>
  <p:tag name="KSO_WM_TEMPLATE_CATEGORY" val="diagram"/>
  <p:tag name="KSO_WM_TEMPLATE_INDEX" val="20236935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3"/>
  <p:tag name="KSO_WM_DIAGRAM_VIRTUALLY_FRAME" val="{&quot;height&quot;:406.0899353027344,&quot;left&quot;:0,&quot;top&quot;:125.60503234863282,&quot;width&quot;:960}"/>
  <p:tag name="KSO_WM_DIAGRAM_COLOR_MATCH_VALUE" val="{&quot;shape&quot;:{&quot;fill&quot;:{&quot;gradient&quot;:[{&quot;brightness&quot;:0.4000000059604645,&quot;colorType&quot;:1,&quot;foreColorIndex&quot;:5,&quot;pos&quot;:0.30000001192092896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35_1*m_h_i*1_1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406.0899353027344,&quot;left&quot;:0,&quot;top&quot;:125.60503234863282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00000071525574,&quot;transparency&quot;:0.5},{&quot;brightness&quot;:0,&quot;colorType&quot;:1,&quot;foreColorIndex&quot;:5,&quot;pos&quot;:0.1599999964237213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53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i*1_1_2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1099999994039535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4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a*1_1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1_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55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f*1_1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此处输入正文，文字是您思想的提炼。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56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i*1_2_2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1099999994039535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7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i*1_2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00000071525574,&quot;transparency&quot;:0.5},{&quot;brightness&quot;:0,&quot;colorType&quot;:1,&quot;foreColorIndex&quot;:5,&quot;pos&quot;:0.1599999964237213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58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a*1_2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59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f*1_2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此处输入正文，文字是您思想的提炼。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60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i*1_3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00000071525574,&quot;transparency&quot;:0.5},{&quot;brightness&quot;:0,&quot;colorType&quot;:1,&quot;foreColorIndex&quot;:5,&quot;pos&quot;:0.1599999964237213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61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i*1_3_2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1099999994039535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2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a*1_3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63.xml><?xml version="1.0" encoding="utf-8"?>
<p:tagLst xmlns:p="http://schemas.openxmlformats.org/presentationml/2006/main">
  <p:tag name="KSO_WM_DIAGRAM_VIRTUALLY_FRAME" val="{&quot;height&quot;:406.0899353027344,&quot;left&quot;:0,&quot;top&quot;:125.60503234863282,&quot;width&quot;:960}"/>
  <p:tag name="KSO_WM_UNIT_HIGHLIGHT" val="0"/>
  <p:tag name="KSO_WM_UNIT_COMPATIBLE" val="0"/>
  <p:tag name="KSO_WM_UNIT_DIAGRAM_ISNUMVISUAL" val="0"/>
  <p:tag name="KSO_WM_UNIT_DIAGRAM_ISREFERUNIT" val="0"/>
  <p:tag name="KSO_WM_UNIT_ID" val="diagram20236935_1*m_h_f*1_3_1"/>
  <p:tag name="KSO_WM_TEMPLATE_CATEGORY" val="diagram"/>
  <p:tag name="KSO_WM_TEMPLATE_INDEX" val="20236935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此处输入正文，文字是您思想的提炼。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8082]}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40492919_1*l_h_f*1_3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为了最终演示发布的良好效果，请言简的阐述观点。根据需要可酌情增减文字，以便观者准确理解您所传达的信息，文字是您思想的提炼。"/>
  <p:tag name="KSO_WM_UNIT_FILL_TYPE" val="1"/>
  <p:tag name="KSO_WM_UNIT_FILL_FORE_SCHEMECOLOR_INDEX" val="5"/>
  <p:tag name="KSO_WM_UNIT_FILL_FORE_SCHEMECOLOR_INDEX_BRIGHTNESS" val="0.8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solid&quot;:{&quot;brightness&quot;:0.800000011920929,&quot;colorType&quot;:1,&quot;foreColorIndex&quot;:5,&quot;transparency&quot;:0.6000000238418579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40492919_1*l_h_f*1_2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单击添加正文，文字是您思想的提炼，为了最终演示发布的良好效果。根据需要可酌情增减文字，以便观者准确理解您所传达的信息。"/>
  <p:tag name="KSO_WM_UNIT_FILL_TYPE" val="1"/>
  <p:tag name="KSO_WM_UNIT_FILL_FORE_SCHEMECOLOR_INDEX" val="5"/>
  <p:tag name="KSO_WM_UNIT_FILL_FORE_SCHEMECOLOR_INDEX_BRIGHTNESS" val="0.8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VALUE" val="245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40492919_1*l_h_f*1_1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为了最终演示发布的良好效果，请言简的阐述观点。根据需要可酌情增减文字，以便观者准确理解您所传达的信息，文字是您思想的提炼。"/>
  <p:tag name="KSO_WM_UNIT_FILL_TYPE" val="1"/>
  <p:tag name="KSO_WM_UNIT_FILL_FORE_SCHEMECOLOR_INDEX" val="5"/>
  <p:tag name="KSO_WM_UNIT_FILL_FORE_SCHEMECOLOR_INDEX_BRIGHTNESS" val="0.8"/>
  <p:tag name="KSO_WM_UNIT_TEXT_FILL_FORE_SCHEMECOLOR_INDEX" val="1"/>
  <p:tag name="KSO_WM_UNIT_TEXT_FILL_TYPE" val="1"/>
  <p:tag name="KSO_WM_DIAGRAM_MAX_ITEMCNT" val="5"/>
  <p:tag name="KSO_WM_DIAGRAM_MIN_ITEMCNT" val="3"/>
  <p:tag name="KSO_WM_DIAGRAM_COLOR_MATCH_VALUE" val="{&quot;shape&quot;:{&quot;fill&quot;:{&quot;solid&quot;:{&quot;brightness&quot;:0.800000011920929,&quot;colorType&quot;:1,&quot;foreColorIndex&quot;:5,&quot;transparency&quot;:0.800000011920929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40492919_1*l_h_a*1_1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单击添加标题"/>
  <p:tag name="KSO_WM_UNIT_FILL_TYPE" val="1"/>
  <p:tag name="KSO_WM_UNIT_FILL_FORE_SCHEMECOLOR_INDEX" val="5"/>
  <p:tag name="KSO_WM_UNIT_FILL_FORE_SCHEMECOLOR_INDEX_BRIGHTNESS" val="0.2"/>
  <p:tag name="KSO_WM_DIAGRAM_MAX_ITEMCNT" val="5"/>
  <p:tag name="KSO_WM_DIAGRAM_MIN_ITEMCNT" val="3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40492919_1*l_h_a*1_2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单击添加标题"/>
  <p:tag name="KSO_WM_UNIT_FILL_TYPE" val="1"/>
  <p:tag name="KSO_WM_UNIT_FILL_FORE_SCHEMECOLOR_INDEX" val="5"/>
  <p:tag name="KSO_WM_UNIT_FILL_FORE_SCHEMECOLOR_INDEX_BRIGHTNESS" val="0.2"/>
  <p:tag name="KSO_WM_DIAGRAM_MAX_ITEMCNT" val="5"/>
  <p:tag name="KSO_WM_DIAGRAM_MIN_ITEMCNT" val="3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40492919_1*l_h_a*1_3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VIRTUALLY_FRAME" val="{&quot;height&quot;:361.5749938964844,&quot;left&quot;:47.7,&quot;top&quot;:147.85,&quot;width&quot;:864.6}"/>
  <p:tag name="KSO_WM_UNIT_PRESET_TEXT" val="单击添加标题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3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40492919_1*l_h_i*1_3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VIRTUALLY_FRAME" val="{&quot;height&quot;:361.5749938964844,&quot;left&quot;:47.7,&quot;top&quot;:147.85,&quot;width&quot;:864.6}"/>
  <p:tag name="KSO_WM_UNIT_LINE_FORE_SCHEMECOLOR_INDEX" val="-2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40492919_1*l_h_i*1_2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VIRTUALLY_FRAME" val="{&quot;height&quot;:361.5749938964844,&quot;left&quot;:47.7,&quot;top&quot;:147.85,&quot;width&quot;:864.6}"/>
  <p:tag name="KSO_WM_UNIT_LINE_FORE_SCHEMECOLOR_INDEX" val="-2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40492919_1*l_h_i*1_1_1"/>
  <p:tag name="KSO_WM_TEMPLATE_CATEGORY" val="diagram"/>
  <p:tag name="KSO_WM_TEMPLATE_INDEX" val="404929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VIRTUALLY_FRAME" val="{&quot;height&quot;:361.5749938964844,&quot;left&quot;:47.7,&quot;top&quot;:147.85,&quot;width&quot;:864.6}"/>
  <p:tag name="KSO_WM_UNIT_LINE_FORE_SCHEMECOLOR_INDEX" val="-2"/>
  <p:tag name="KSO_WM_DIAGRAM_MAX_ITEMCNT" val="5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428324]}"/>
</p:tagLst>
</file>

<file path=ppt/tags/tag276.xml><?xml version="1.0" encoding="utf-8"?>
<p:tagLst xmlns:p="http://schemas.openxmlformats.org/presentationml/2006/main">
  <p:tag name="resource_record_key" val="{&quot;65&quot;:[20205081],&quot;70&quot;:[3321882,3313621,3318475,3312479,3326188,3313593,3325124,3327967,3312617,3322475,3328082,342832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WPS 演示</Application>
  <PresentationFormat>宽屏</PresentationFormat>
  <Paragraphs>165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Normal</vt:lpstr>
      <vt:lpstr>OPPOSans M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晓雷</cp:lastModifiedBy>
  <cp:revision>160</cp:revision>
  <dcterms:created xsi:type="dcterms:W3CDTF">2019-06-19T02:08:00Z</dcterms:created>
  <dcterms:modified xsi:type="dcterms:W3CDTF">2026-04-29T02:26:35Z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868A26F3DA824D0BBE3C9C7A091A3A39_11</vt:lpwstr>
  </property>
</Properties>
</file>