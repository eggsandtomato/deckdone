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CED798-24A6-4160-A4DF-B0E5BB8236C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91F5AF42-2E8E-47F5-BC8E-D4C7FA9FA290}">
      <dgm:prSet phldrT="[文本]" phldr="1"/>
      <dgm:spPr/>
      <dgm:t>
        <a:bodyPr/>
        <a:p>
          <a:endParaRPr lang="zh-CN" altLang="en-US"/>
        </a:p>
      </dgm:t>
    </dgm:pt>
    <dgm:pt modelId="{3A37C892-50B7-47F1-86AA-3FDF5EB4EE9B}" cxnId="{3C6DFF31-9DA7-4FDE-9DAF-994776CAFC90}" type="parTrans">
      <dgm:prSet/>
      <dgm:spPr/>
      <dgm:t>
        <a:bodyPr/>
        <a:p>
          <a:endParaRPr lang="zh-CN" altLang="en-US"/>
        </a:p>
      </dgm:t>
    </dgm:pt>
    <dgm:pt modelId="{63B1AD43-9D20-4050-A552-EF02B5A2392B}" cxnId="{3C6DFF31-9DA7-4FDE-9DAF-994776CAFC90}" type="sibTrans">
      <dgm:prSet/>
      <dgm:spPr/>
      <dgm:t>
        <a:bodyPr/>
        <a:p>
          <a:endParaRPr lang="zh-CN" altLang="en-US"/>
        </a:p>
      </dgm:t>
    </dgm:pt>
    <dgm:pt modelId="{280D5902-A14D-4C39-A125-DEF43C7815E8}">
      <dgm:prSet phldrT="[文本]" phldr="1"/>
      <dgm:spPr/>
      <dgm:t>
        <a:bodyPr/>
        <a:p>
          <a:endParaRPr lang="zh-CN" altLang="en-US"/>
        </a:p>
      </dgm:t>
    </dgm:pt>
    <dgm:pt modelId="{0BF6BCDE-F41A-4644-928D-D095CDC58CED}" cxnId="{2CD544DB-8A24-413E-B25C-B1C76CB250F3}" type="parTrans">
      <dgm:prSet/>
      <dgm:spPr/>
      <dgm:t>
        <a:bodyPr/>
        <a:p>
          <a:endParaRPr lang="zh-CN" altLang="en-US"/>
        </a:p>
      </dgm:t>
    </dgm:pt>
    <dgm:pt modelId="{CC55538B-3B09-4E9F-877D-7D4FB05A20D8}" cxnId="{2CD544DB-8A24-413E-B25C-B1C76CB250F3}" type="sibTrans">
      <dgm:prSet/>
      <dgm:spPr/>
      <dgm:t>
        <a:bodyPr/>
        <a:p>
          <a:endParaRPr lang="zh-CN" altLang="en-US"/>
        </a:p>
      </dgm:t>
    </dgm:pt>
    <dgm:pt modelId="{36E5B5FE-7A44-47A1-8F92-B088257A2152}">
      <dgm:prSet phldrT="[文本]" phldr="1"/>
      <dgm:spPr/>
      <dgm:t>
        <a:bodyPr/>
        <a:p>
          <a:endParaRPr lang="zh-CN" altLang="en-US"/>
        </a:p>
      </dgm:t>
    </dgm:pt>
    <dgm:pt modelId="{7926F024-4AEC-4671-BBB1-3CE0B2112B8B}" cxnId="{672389AB-BC9A-434C-A479-E0C25AA54206}" type="parTrans">
      <dgm:prSet/>
      <dgm:spPr/>
      <dgm:t>
        <a:bodyPr/>
        <a:p>
          <a:endParaRPr lang="zh-CN" altLang="en-US"/>
        </a:p>
      </dgm:t>
    </dgm:pt>
    <dgm:pt modelId="{BC0418CD-7831-4545-B1D9-93D351CF53C3}" cxnId="{672389AB-BC9A-434C-A479-E0C25AA54206}" type="sibTrans">
      <dgm:prSet/>
      <dgm:spPr/>
      <dgm:t>
        <a:bodyPr/>
        <a:p>
          <a:endParaRPr lang="zh-CN" altLang="en-US"/>
        </a:p>
      </dgm:t>
    </dgm:pt>
    <dgm:pt modelId="{0C7D3D51-F412-476C-9C1C-D9011C5FB7E6}">
      <dgm:prSet phldrT="[文本]" phldr="1"/>
      <dgm:spPr/>
      <dgm:t>
        <a:bodyPr/>
        <a:p>
          <a:endParaRPr lang="zh-CN" altLang="en-US"/>
        </a:p>
      </dgm:t>
    </dgm:pt>
    <dgm:pt modelId="{400E46CD-A113-4830-88F5-A1B2F4D84554}" cxnId="{0951B37A-E24F-4A6A-908C-90320D2A6964}" type="parTrans">
      <dgm:prSet/>
      <dgm:spPr/>
      <dgm:t>
        <a:bodyPr/>
        <a:p>
          <a:endParaRPr lang="zh-CN" altLang="en-US"/>
        </a:p>
      </dgm:t>
    </dgm:pt>
    <dgm:pt modelId="{F5A1DABB-6DD6-47EE-99A8-4582EBF4C827}" cxnId="{0951B37A-E24F-4A6A-908C-90320D2A6964}" type="sibTrans">
      <dgm:prSet/>
      <dgm:spPr/>
      <dgm:t>
        <a:bodyPr/>
        <a:p>
          <a:endParaRPr lang="zh-CN" altLang="en-US"/>
        </a:p>
      </dgm:t>
    </dgm:pt>
    <dgm:pt modelId="{D82838E6-C31C-4EBD-B58C-0C991331B678}">
      <dgm:prSet phldrT="[文本]" phldr="1"/>
      <dgm:spPr/>
      <dgm:t>
        <a:bodyPr/>
        <a:p>
          <a:endParaRPr lang="zh-CN" altLang="en-US"/>
        </a:p>
      </dgm:t>
    </dgm:pt>
    <dgm:pt modelId="{DC284D5C-B7A8-4E26-BDF6-E69402B2873F}" cxnId="{7578DDC9-0C89-40E6-90AF-0C13B3D93BD0}" type="parTrans">
      <dgm:prSet/>
      <dgm:spPr/>
      <dgm:t>
        <a:bodyPr/>
        <a:p>
          <a:endParaRPr lang="zh-CN" altLang="en-US"/>
        </a:p>
      </dgm:t>
    </dgm:pt>
    <dgm:pt modelId="{74B5F767-2303-4D5A-8FD7-570D52523413}" cxnId="{7578DDC9-0C89-40E6-90AF-0C13B3D93BD0}" type="sibTrans">
      <dgm:prSet/>
      <dgm:spPr/>
      <dgm:t>
        <a:bodyPr/>
        <a:p>
          <a:endParaRPr lang="zh-CN" altLang="en-US"/>
        </a:p>
      </dgm:t>
    </dgm:pt>
    <dgm:pt modelId="{906887FB-01DE-46E1-9312-97F8DF38EE6D}" type="pres">
      <dgm:prSet presAssocID="{98CED798-24A6-4160-A4DF-B0E5BB8236C2}" presName="diagram" presStyleCnt="0">
        <dgm:presLayoutVars>
          <dgm:dir/>
          <dgm:resizeHandles val="exact"/>
        </dgm:presLayoutVars>
      </dgm:prSet>
      <dgm:spPr/>
    </dgm:pt>
    <dgm:pt modelId="{8EA24BC0-0B8D-42E9-A25F-7CA5AD90CCA1}" type="pres">
      <dgm:prSet presAssocID="{91F5AF42-2E8E-47F5-BC8E-D4C7FA9FA290}" presName="node" presStyleLbl="node1" presStyleIdx="0" presStyleCnt="5">
        <dgm:presLayoutVars>
          <dgm:bulletEnabled val="1"/>
        </dgm:presLayoutVars>
      </dgm:prSet>
      <dgm:spPr/>
    </dgm:pt>
    <dgm:pt modelId="{6C2FC485-DEBF-4CB8-855D-A9838793F3F3}" type="pres">
      <dgm:prSet presAssocID="{63B1AD43-9D20-4050-A552-EF02B5A2392B}" presName="sibTrans" presStyleCnt="0"/>
      <dgm:spPr/>
    </dgm:pt>
    <dgm:pt modelId="{A3974D1E-D32E-47DA-BFE3-BD66226FC69C}" type="pres">
      <dgm:prSet presAssocID="{280D5902-A14D-4C39-A125-DEF43C7815E8}" presName="node" presStyleLbl="node1" presStyleIdx="1" presStyleCnt="5">
        <dgm:presLayoutVars>
          <dgm:bulletEnabled val="1"/>
        </dgm:presLayoutVars>
      </dgm:prSet>
      <dgm:spPr/>
    </dgm:pt>
    <dgm:pt modelId="{2F2E690F-0370-4CE7-99EA-691838C9081B}" type="pres">
      <dgm:prSet presAssocID="{CC55538B-3B09-4E9F-877D-7D4FB05A20D8}" presName="sibTrans" presStyleCnt="0"/>
      <dgm:spPr/>
    </dgm:pt>
    <dgm:pt modelId="{D62CCB3D-C0B5-4702-B0E7-2BCC3AC6BED6}" type="pres">
      <dgm:prSet presAssocID="{36E5B5FE-7A44-47A1-8F92-B088257A2152}" presName="node" presStyleLbl="node1" presStyleIdx="2" presStyleCnt="5">
        <dgm:presLayoutVars>
          <dgm:bulletEnabled val="1"/>
        </dgm:presLayoutVars>
      </dgm:prSet>
      <dgm:spPr/>
    </dgm:pt>
    <dgm:pt modelId="{41E36F34-9D51-413F-8CB8-323CFB9F70DD}" type="pres">
      <dgm:prSet presAssocID="{BC0418CD-7831-4545-B1D9-93D351CF53C3}" presName="sibTrans" presStyleCnt="0"/>
      <dgm:spPr/>
    </dgm:pt>
    <dgm:pt modelId="{65DCAB72-4323-4909-83B5-EA97756B63D0}" type="pres">
      <dgm:prSet presAssocID="{0C7D3D51-F412-476C-9C1C-D9011C5FB7E6}" presName="node" presStyleLbl="node1" presStyleIdx="3" presStyleCnt="5">
        <dgm:presLayoutVars>
          <dgm:bulletEnabled val="1"/>
        </dgm:presLayoutVars>
      </dgm:prSet>
      <dgm:spPr/>
    </dgm:pt>
    <dgm:pt modelId="{B95B399B-B4B9-4137-9378-9EB29B8F4BD6}" type="pres">
      <dgm:prSet presAssocID="{F5A1DABB-6DD6-47EE-99A8-4582EBF4C827}" presName="sibTrans" presStyleCnt="0"/>
      <dgm:spPr/>
    </dgm:pt>
    <dgm:pt modelId="{52FDF2A5-21FC-4943-A856-33657F608538}" type="pres">
      <dgm:prSet presAssocID="{D82838E6-C31C-4EBD-B58C-0C991331B678}" presName="node" presStyleLbl="node1" presStyleIdx="4" presStyleCnt="5">
        <dgm:presLayoutVars>
          <dgm:bulletEnabled val="1"/>
        </dgm:presLayoutVars>
      </dgm:prSet>
      <dgm:spPr/>
    </dgm:pt>
  </dgm:ptLst>
  <dgm:cxnLst>
    <dgm:cxn modelId="{3C6DFF31-9DA7-4FDE-9DAF-994776CAFC90}" srcId="{98CED798-24A6-4160-A4DF-B0E5BB8236C2}" destId="{91F5AF42-2E8E-47F5-BC8E-D4C7FA9FA290}" srcOrd="0" destOrd="0" parTransId="{3A37C892-50B7-47F1-86AA-3FDF5EB4EE9B}" sibTransId="{63B1AD43-9D20-4050-A552-EF02B5A2392B}"/>
    <dgm:cxn modelId="{0951B37A-E24F-4A6A-908C-90320D2A6964}" srcId="{98CED798-24A6-4160-A4DF-B0E5BB8236C2}" destId="{0C7D3D51-F412-476C-9C1C-D9011C5FB7E6}" srcOrd="3" destOrd="0" parTransId="{400E46CD-A113-4830-88F5-A1B2F4D84554}" sibTransId="{F5A1DABB-6DD6-47EE-99A8-4582EBF4C827}"/>
    <dgm:cxn modelId="{2CD544DB-8A24-413E-B25C-B1C76CB250F3}" srcId="{98CED798-24A6-4160-A4DF-B0E5BB8236C2}" destId="{280D5902-A14D-4C39-A125-DEF43C7815E8}" srcOrd="1" destOrd="0" parTransId="{0BF6BCDE-F41A-4644-928D-D095CDC58CED}" sibTransId="{CC55538B-3B09-4E9F-877D-7D4FB05A20D8}"/>
    <dgm:cxn modelId="{A353D2D7-A288-46A2-A988-6EF12189D31B}" type="presOf" srcId="{D82838E6-C31C-4EBD-B58C-0C991331B678}" destId="{52FDF2A5-21FC-4943-A856-33657F608538}" srcOrd="0" destOrd="0" presId="urn:microsoft.com/office/officeart/2005/8/layout/default"/>
    <dgm:cxn modelId="{C93723EF-24B5-443F-9168-1BCAD52E21D2}" type="presOf" srcId="{280D5902-A14D-4C39-A125-DEF43C7815E8}" destId="{A3974D1E-D32E-47DA-BFE3-BD66226FC69C}" srcOrd="0" destOrd="0" presId="urn:microsoft.com/office/officeart/2005/8/layout/default"/>
    <dgm:cxn modelId="{672389AB-BC9A-434C-A479-E0C25AA54206}" srcId="{98CED798-24A6-4160-A4DF-B0E5BB8236C2}" destId="{36E5B5FE-7A44-47A1-8F92-B088257A2152}" srcOrd="2" destOrd="0" parTransId="{7926F024-4AEC-4671-BBB1-3CE0B2112B8B}" sibTransId="{BC0418CD-7831-4545-B1D9-93D351CF53C3}"/>
    <dgm:cxn modelId="{4F7D90EB-192E-40AC-A5CE-1F0FBA1292CE}" type="presOf" srcId="{36E5B5FE-7A44-47A1-8F92-B088257A2152}" destId="{D62CCB3D-C0B5-4702-B0E7-2BCC3AC6BED6}" srcOrd="0" destOrd="0" presId="urn:microsoft.com/office/officeart/2005/8/layout/default"/>
    <dgm:cxn modelId="{7578DDC9-0C89-40E6-90AF-0C13B3D93BD0}" srcId="{98CED798-24A6-4160-A4DF-B0E5BB8236C2}" destId="{D82838E6-C31C-4EBD-B58C-0C991331B678}" srcOrd="4" destOrd="0" parTransId="{DC284D5C-B7A8-4E26-BDF6-E69402B2873F}" sibTransId="{74B5F767-2303-4D5A-8FD7-570D52523413}"/>
    <dgm:cxn modelId="{8AFC1B63-F4E0-4CBB-AD5A-302F6D8E5EB7}" type="presOf" srcId="{0C7D3D51-F412-476C-9C1C-D9011C5FB7E6}" destId="{65DCAB72-4323-4909-83B5-EA97756B63D0}" srcOrd="0" destOrd="0" presId="urn:microsoft.com/office/officeart/2005/8/layout/default"/>
    <dgm:cxn modelId="{8A868333-5739-451E-A818-1D6E9072CAED}" type="presOf" srcId="{98CED798-24A6-4160-A4DF-B0E5BB8236C2}" destId="{906887FB-01DE-46E1-9312-97F8DF38EE6D}" srcOrd="0" destOrd="0" presId="urn:microsoft.com/office/officeart/2005/8/layout/default"/>
    <dgm:cxn modelId="{98DB0E42-30E3-4F7D-9A95-3E61C5B57628}" type="presOf" srcId="{91F5AF42-2E8E-47F5-BC8E-D4C7FA9FA290}" destId="{8EA24BC0-0B8D-42E9-A25F-7CA5AD90CCA1}" srcOrd="0" destOrd="0" presId="urn:microsoft.com/office/officeart/2005/8/layout/default"/>
    <dgm:cxn modelId="{BFD3F1B2-F447-4D86-A49C-CDF7ECC5B6B3}" type="presParOf" srcId="{906887FB-01DE-46E1-9312-97F8DF38EE6D}" destId="{8EA24BC0-0B8D-42E9-A25F-7CA5AD90CCA1}" srcOrd="0" destOrd="0" presId="urn:microsoft.com/office/officeart/2005/8/layout/default"/>
    <dgm:cxn modelId="{6D71EDF1-604B-456F-BB53-8E84B8025DEF}" type="presParOf" srcId="{906887FB-01DE-46E1-9312-97F8DF38EE6D}" destId="{6C2FC485-DEBF-4CB8-855D-A9838793F3F3}" srcOrd="1" destOrd="0" presId="urn:microsoft.com/office/officeart/2005/8/layout/default"/>
    <dgm:cxn modelId="{41B2E84C-60D4-45FA-8459-BE72CA49534E}" type="presParOf" srcId="{906887FB-01DE-46E1-9312-97F8DF38EE6D}" destId="{A3974D1E-D32E-47DA-BFE3-BD66226FC69C}" srcOrd="2" destOrd="0" presId="urn:microsoft.com/office/officeart/2005/8/layout/default"/>
    <dgm:cxn modelId="{562BFF7C-E810-463D-874D-88DB1CEDF800}" type="presParOf" srcId="{906887FB-01DE-46E1-9312-97F8DF38EE6D}" destId="{2F2E690F-0370-4CE7-99EA-691838C9081B}" srcOrd="3" destOrd="0" presId="urn:microsoft.com/office/officeart/2005/8/layout/default"/>
    <dgm:cxn modelId="{3E7C4A3B-83D7-4C96-A43B-EADDA19FFA4B}" type="presParOf" srcId="{906887FB-01DE-46E1-9312-97F8DF38EE6D}" destId="{D62CCB3D-C0B5-4702-B0E7-2BCC3AC6BED6}" srcOrd="4" destOrd="0" presId="urn:microsoft.com/office/officeart/2005/8/layout/default"/>
    <dgm:cxn modelId="{FC182E44-A0BB-433A-BB06-4237DCAC6851}" type="presParOf" srcId="{906887FB-01DE-46E1-9312-97F8DF38EE6D}" destId="{41E36F34-9D51-413F-8CB8-323CFB9F70DD}" srcOrd="5" destOrd="0" presId="urn:microsoft.com/office/officeart/2005/8/layout/default"/>
    <dgm:cxn modelId="{C64531EA-A2D6-4554-8708-0DE97BC06A7D}" type="presParOf" srcId="{906887FB-01DE-46E1-9312-97F8DF38EE6D}" destId="{65DCAB72-4323-4909-83B5-EA97756B63D0}" srcOrd="6" destOrd="0" presId="urn:microsoft.com/office/officeart/2005/8/layout/default"/>
    <dgm:cxn modelId="{BB0B8257-E038-444E-A777-B305B7ADABDF}" type="presParOf" srcId="{906887FB-01DE-46E1-9312-97F8DF38EE6D}" destId="{B95B399B-B4B9-4137-9378-9EB29B8F4BD6}" srcOrd="7" destOrd="0" presId="urn:microsoft.com/office/officeart/2005/8/layout/default"/>
    <dgm:cxn modelId="{732DAAAA-9FB0-42EC-A6A7-22636095062D}" type="presParOf" srcId="{906887FB-01DE-46E1-9312-97F8DF38EE6D}" destId="{52FDF2A5-21FC-4943-A856-33657F60853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BD5427FF-4EB1-4006-BF7F-42158E0C5129}">
      <dgm:prSet phldrT="[文本]" phldr="1"/>
      <dgm:spPr/>
      <dgm:t>
        <a:bodyPr/>
        <a:p>
          <a:endParaRPr lang="zh-CN" altLang="en-US"/>
        </a:p>
      </dgm:t>
    </dgm:pt>
    <dgm:pt modelId="{A2F6D805-3B53-408A-A2A3-20BC3BF0D242}" cxnId="{7F538745-7D42-4949-BF75-E11AE5E3EA0F}" type="parTrans">
      <dgm:prSet/>
      <dgm:spPr/>
      <dgm:t>
        <a:bodyPr/>
        <a:p>
          <a:endParaRPr lang="zh-CN" altLang="en-US"/>
        </a:p>
      </dgm:t>
    </dgm:pt>
    <dgm:pt modelId="{D47F9812-1256-4E44-A6BE-BEC559BE8FF3}" cxnId="{7F538745-7D42-4949-BF75-E11AE5E3EA0F}" type="sibTrans">
      <dgm:prSet/>
      <dgm:spPr/>
      <dgm:t>
        <a:bodyPr/>
        <a:p>
          <a:endParaRPr lang="zh-CN" altLang="en-US"/>
        </a:p>
      </dgm:t>
    </dgm:pt>
    <dgm:pt modelId="{3A7B819B-DBE9-4610-B22A-5573EA6D532D}">
      <dgm:prSet phldrT="[文本]" phldr="1"/>
      <dgm:spPr/>
      <dgm:t>
        <a:bodyPr/>
        <a:p>
          <a:endParaRPr lang="zh-CN" altLang="en-US"/>
        </a:p>
      </dgm:t>
    </dgm:pt>
    <dgm:pt modelId="{DC4BEA23-BF6E-42AD-9BF0-CFBDE86A80F1}" cxnId="{D0CE4D8D-5A2E-400E-A060-D0A4CE821F9B}" type="parTrans">
      <dgm:prSet/>
      <dgm:spPr/>
      <dgm:t>
        <a:bodyPr/>
        <a:p>
          <a:endParaRPr lang="zh-CN" altLang="en-US"/>
        </a:p>
      </dgm:t>
    </dgm:pt>
    <dgm:pt modelId="{0BF6ACD3-AE1A-4691-8CBE-DBE77AB8A685}" cxnId="{D0CE4D8D-5A2E-400E-A060-D0A4CE821F9B}" type="sibTrans">
      <dgm:prSet/>
      <dgm:spPr/>
      <dgm:t>
        <a:bodyPr/>
        <a:p>
          <a:endParaRPr lang="zh-CN" altLang="en-US"/>
        </a:p>
      </dgm:t>
    </dgm:pt>
    <dgm:pt modelId="{5D62669A-941F-41BB-B773-C0071CEE5EE2}">
      <dgm:prSet phldrT="[文本]" phldr="1"/>
      <dgm:spPr/>
      <dgm:t>
        <a:bodyPr/>
        <a:p>
          <a:endParaRPr lang="zh-CN" altLang="en-US"/>
        </a:p>
      </dgm:t>
    </dgm:pt>
    <dgm:pt modelId="{22E5E777-6964-428C-8337-4F830109CDEC}" cxnId="{F670C6FC-E7B0-4422-BFE6-68B4E5E5D937}" type="parTrans">
      <dgm:prSet/>
      <dgm:spPr/>
      <dgm:t>
        <a:bodyPr/>
        <a:p>
          <a:endParaRPr lang="zh-CN" altLang="en-US"/>
        </a:p>
      </dgm:t>
    </dgm:pt>
    <dgm:pt modelId="{255EB50F-2125-4CEE-AB22-DC65F60BF426}" cxnId="{F670C6FC-E7B0-4422-BFE6-68B4E5E5D937}" type="sibTrans">
      <dgm:prSet/>
      <dgm:spPr/>
      <dgm:t>
        <a:bodyPr/>
        <a:p>
          <a:endParaRPr lang="zh-CN" altLang="en-US"/>
        </a:p>
      </dgm:t>
    </dgm:pt>
    <dgm:pt modelId="{FE969E54-0D5D-4815-BDC4-3309E2F7325D}">
      <dgm:prSet phldrT="[文本]" phldr="1"/>
      <dgm:spPr/>
      <dgm:t>
        <a:bodyPr/>
        <a:p>
          <a:endParaRPr lang="zh-CN" altLang="en-US"/>
        </a:p>
      </dgm:t>
    </dgm:pt>
    <dgm:pt modelId="{B5D9FB86-EEBE-488F-B7DE-B7CF5C9166C5}" cxnId="{3E7362BF-17C4-4577-BA16-FDFA85F86B98}" type="parTrans">
      <dgm:prSet/>
      <dgm:spPr/>
      <dgm:t>
        <a:bodyPr/>
        <a:p>
          <a:endParaRPr lang="zh-CN" altLang="en-US"/>
        </a:p>
      </dgm:t>
    </dgm:pt>
    <dgm:pt modelId="{D7D19B67-C01A-45D3-B5C7-B7E1B18A9F62}" cxnId="{3E7362BF-17C4-4577-BA16-FDFA85F86B98}" type="sibTrans">
      <dgm:prSet/>
      <dgm:spPr/>
      <dgm:t>
        <a:bodyPr/>
        <a:p>
          <a:endParaRPr lang="zh-CN" altLang="en-US"/>
        </a:p>
      </dgm:t>
    </dgm:pt>
    <dgm:pt modelId="{35600F67-42C2-4D1B-B072-DC2A36FCB136}">
      <dgm:prSet phldrT="[文本]" phldr="1"/>
      <dgm:spPr/>
      <dgm:t>
        <a:bodyPr/>
        <a:p>
          <a:endParaRPr lang="zh-CN" altLang="en-US"/>
        </a:p>
      </dgm:t>
    </dgm:pt>
    <dgm:pt modelId="{B4BC79E1-FDBA-43D1-A988-1BE8090EDA7A}" cxnId="{8C7569D1-2AB9-4F3C-A7E6-FED0C698F444}" type="parTrans">
      <dgm:prSet/>
      <dgm:spPr/>
      <dgm:t>
        <a:bodyPr/>
        <a:p>
          <a:endParaRPr lang="zh-CN" altLang="en-US"/>
        </a:p>
      </dgm:t>
    </dgm:pt>
    <dgm:pt modelId="{AD46A0AA-C45A-46D2-89AF-28390F99F9D0}" cxnId="{8C7569D1-2AB9-4F3C-A7E6-FED0C698F444}" type="sibTrans">
      <dgm:prSet/>
      <dgm:spPr/>
      <dgm:t>
        <a:bodyPr/>
        <a:p>
          <a:endParaRPr lang="zh-CN" altLang="en-US"/>
        </a:p>
      </dgm:t>
    </dgm:pt>
    <dgm:pt modelId="{98C2E0FD-7869-47C9-A548-B9B5F372949C}">
      <dgm:prSet phldrT="[文本]" phldr="1"/>
      <dgm:spPr/>
      <dgm:t>
        <a:bodyPr/>
        <a:p>
          <a:endParaRPr lang="zh-CN" altLang="en-US"/>
        </a:p>
      </dgm:t>
    </dgm:pt>
    <dgm:pt modelId="{861421D4-20D5-4560-AD50-D9EE97686146}" cxnId="{22ED0818-799C-4B8A-84B5-8916B67D01D9}" type="parTrans">
      <dgm:prSet/>
      <dgm:spPr/>
      <dgm:t>
        <a:bodyPr/>
        <a:p>
          <a:endParaRPr lang="zh-CN" altLang="en-US"/>
        </a:p>
      </dgm:t>
    </dgm:pt>
    <dgm:pt modelId="{B2268590-4963-4BEC-BBE2-10F2373210A6}" cxnId="{22ED0818-799C-4B8A-84B5-8916B67D01D9}" type="sibTrans">
      <dgm:prSet/>
      <dgm:spPr/>
      <dgm:t>
        <a:bodyPr/>
        <a:p>
          <a:endParaRPr lang="zh-CN" altLang="en-US"/>
        </a:p>
      </dgm:t>
    </dgm:pt>
    <dgm:pt modelId="{61F0DC84-7FFF-4FDD-9B5D-40960093AE83}">
      <dgm:prSet phldrT="[文本]" phldr="1"/>
      <dgm:spPr/>
      <dgm:t>
        <a:bodyPr/>
        <a:p>
          <a:endParaRPr lang="zh-CN" altLang="en-US"/>
        </a:p>
      </dgm:t>
    </dgm:pt>
    <dgm:pt modelId="{2CB3CEFC-83E6-4DB9-B636-5287ACC11553}" cxnId="{2BCA5D94-B9AC-4247-904C-14FD3C54B1B9}" type="parTrans">
      <dgm:prSet/>
      <dgm:spPr/>
      <dgm:t>
        <a:bodyPr/>
        <a:p>
          <a:endParaRPr lang="zh-CN" altLang="en-US"/>
        </a:p>
      </dgm:t>
    </dgm:pt>
    <dgm:pt modelId="{1FAE29ED-22A2-40FA-904A-0706E8542FE7}" cxnId="{2BCA5D94-B9AC-4247-904C-14FD3C54B1B9}" type="sibTrans">
      <dgm:prSet/>
      <dgm:spPr/>
      <dgm:t>
        <a:bodyPr/>
        <a:p>
          <a:endParaRPr lang="zh-CN" altLang="en-US"/>
        </a:p>
      </dgm:t>
    </dgm:pt>
    <dgm:pt modelId="{2C0D9F89-7CE9-4195-96AC-FB27D6AA2EF6}">
      <dgm:prSet phldrT="[文本]" phldr="1"/>
      <dgm:spPr/>
      <dgm:t>
        <a:bodyPr/>
        <a:p>
          <a:endParaRPr lang="zh-CN" altLang="en-US"/>
        </a:p>
      </dgm:t>
    </dgm:pt>
    <dgm:pt modelId="{24D9371C-2787-474E-A690-5A09190A9707}" cxnId="{4D6931FC-F3AB-4E18-8CBB-6561733A3E72}" type="parTrans">
      <dgm:prSet/>
      <dgm:spPr/>
      <dgm:t>
        <a:bodyPr/>
        <a:p>
          <a:endParaRPr lang="zh-CN" altLang="en-US"/>
        </a:p>
      </dgm:t>
    </dgm:pt>
    <dgm:pt modelId="{39E6AF7E-E529-4319-B552-AB363EF4CE26}" cxnId="{4D6931FC-F3AB-4E18-8CBB-6561733A3E72}" type="sibTrans">
      <dgm:prSet/>
      <dgm:spPr/>
      <dgm:t>
        <a:bodyPr/>
        <a:p>
          <a:endParaRPr lang="zh-CN" altLang="en-US"/>
        </a:p>
      </dgm:t>
    </dgm:pt>
    <dgm:pt modelId="{13CC92BC-B301-47FE-8770-95048F9AE014}">
      <dgm:prSet phldrT="[文本]" phldr="1"/>
      <dgm:spPr/>
      <dgm:t>
        <a:bodyPr/>
        <a:p>
          <a:endParaRPr lang="zh-CN" altLang="en-US"/>
        </a:p>
      </dgm:t>
    </dgm:pt>
    <dgm:pt modelId="{F384A203-CAFB-4EB1-A02E-A3F7752E261E}" cxnId="{BBD0EDA6-B548-4316-B085-B5C69EBC7759}" type="parTrans">
      <dgm:prSet/>
      <dgm:spPr/>
      <dgm:t>
        <a:bodyPr/>
        <a:p>
          <a:endParaRPr lang="zh-CN" altLang="en-US"/>
        </a:p>
      </dgm:t>
    </dgm:pt>
    <dgm:pt modelId="{0D117910-9123-4271-AF10-C91244BABB73}" cxnId="{BBD0EDA6-B548-4316-B085-B5C69EBC7759}" type="sibTrans">
      <dgm:prSet/>
      <dgm:spPr/>
      <dgm:t>
        <a:bodyPr/>
        <a:p>
          <a:endParaRPr lang="zh-CN" altLang="en-US"/>
        </a:p>
      </dgm:t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3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3">
        <dgm:presLayoutVars>
          <dgm:bulletEnabled val="1"/>
        </dgm:presLayoutVars>
      </dgm:prSet>
      <dgm:spPr/>
    </dgm:pt>
    <dgm:pt modelId="{F4639A07-76C8-4329-80D5-712628979A9A}" type="pres">
      <dgm:prSet presAssocID="{D7D19B67-C01A-45D3-B5C7-B7E1B18A9F62}" presName="space" presStyleCnt="0"/>
      <dgm:spPr/>
    </dgm:pt>
    <dgm:pt modelId="{7F710124-E259-48A5-9895-471DE20AF50E}" type="pres">
      <dgm:prSet presAssocID="{61F0DC84-7FFF-4FDD-9B5D-40960093AE83}" presName="composite" presStyleCnt="0"/>
      <dgm:spPr/>
    </dgm:pt>
    <dgm:pt modelId="{FC453BFD-315B-4968-86FA-B7D3125F3320}" type="pres">
      <dgm:prSet presAssocID="{61F0DC84-7FFF-4FDD-9B5D-40960093AE8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357C82A-FE93-416B-AFBF-A74F9E99C4E4}" type="pres">
      <dgm:prSet presAssocID="{61F0DC84-7FFF-4FDD-9B5D-40960093AE8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9F5F88F-C6DC-479C-ADE5-089521CC2443}" type="presOf" srcId="{13CC92BC-B301-47FE-8770-95048F9AE014}" destId="{B357C82A-FE93-416B-AFBF-A74F9E99C4E4}" srcOrd="0" destOrd="1" presId="urn:microsoft.com/office/officeart/2005/8/layout/hList1"/>
    <dgm:cxn modelId="{4D6931FC-F3AB-4E18-8CBB-6561733A3E72}" srcId="{61F0DC84-7FFF-4FDD-9B5D-40960093AE83}" destId="{2C0D9F89-7CE9-4195-96AC-FB27D6AA2EF6}" srcOrd="0" destOrd="0" parTransId="{24D9371C-2787-474E-A690-5A09190A9707}" sibTransId="{39E6AF7E-E529-4319-B552-AB363EF4CE26}"/>
    <dgm:cxn modelId="{3E7362BF-17C4-4577-BA16-FDFA85F86B98}" srcId="{468FBB7B-694A-47BF-865D-2F44C1051453}" destId="{FE969E54-0D5D-4815-BDC4-3309E2F7325D}" srcOrd="1" destOrd="0" parTransId="{B5D9FB86-EEBE-488F-B7DE-B7CF5C9166C5}" sibTransId="{D7D19B67-C01A-45D3-B5C7-B7E1B18A9F62}"/>
    <dgm:cxn modelId="{73492817-0127-4D7E-A918-A2F99E4C0D8B}" type="presOf" srcId="{98C2E0FD-7869-47C9-A548-B9B5F372949C}" destId="{33CF15AD-8A19-4E9A-9BED-239A79CAF737}" srcOrd="0" destOrd="1" presId="urn:microsoft.com/office/officeart/2005/8/layout/hList1"/>
    <dgm:cxn modelId="{D0CE4D8D-5A2E-400E-A060-D0A4CE821F9B}" srcId="{BD5427FF-4EB1-4006-BF7F-42158E0C5129}" destId="{3A7B819B-DBE9-4610-B22A-5573EA6D532D}" srcOrd="0" destOrd="0" parTransId="{DC4BEA23-BF6E-42AD-9BF0-CFBDE86A80F1}" sibTransId="{0BF6ACD3-AE1A-4691-8CBE-DBE77AB8A685}"/>
    <dgm:cxn modelId="{F670C6FC-E7B0-4422-BFE6-68B4E5E5D937}" srcId="{BD5427FF-4EB1-4006-BF7F-42158E0C5129}" destId="{5D62669A-941F-41BB-B773-C0071CEE5EE2}" srcOrd="1" destOrd="0" parTransId="{22E5E777-6964-428C-8337-4F830109CDEC}" sibTransId="{255EB50F-2125-4CEE-AB22-DC65F60BF426}"/>
    <dgm:cxn modelId="{BBD0EDA6-B548-4316-B085-B5C69EBC7759}" srcId="{61F0DC84-7FFF-4FDD-9B5D-40960093AE83}" destId="{13CC92BC-B301-47FE-8770-95048F9AE014}" srcOrd="1" destOrd="0" parTransId="{F384A203-CAFB-4EB1-A02E-A3F7752E261E}" sibTransId="{0D117910-9123-4271-AF10-C91244BABB73}"/>
    <dgm:cxn modelId="{7F538745-7D42-4949-BF75-E11AE5E3EA0F}" srcId="{468FBB7B-694A-47BF-865D-2F44C1051453}" destId="{BD5427FF-4EB1-4006-BF7F-42158E0C5129}" srcOrd="0" destOrd="0" parTransId="{A2F6D805-3B53-408A-A2A3-20BC3BF0D242}" sibTransId="{D47F9812-1256-4E44-A6BE-BEC559BE8FF3}"/>
    <dgm:cxn modelId="{C8384F5D-F974-4106-92AE-BEBEC6BA3ADC}" type="presOf" srcId="{468FBB7B-694A-47BF-865D-2F44C1051453}" destId="{D5FB6A06-3991-4223-AD64-C4F7F6F4DF69}" srcOrd="0" destOrd="0" presId="urn:microsoft.com/office/officeart/2005/8/layout/hList1"/>
    <dgm:cxn modelId="{D7889E62-F87F-414F-BFBE-7E64AE5DA7B8}" type="presOf" srcId="{3A7B819B-DBE9-4610-B22A-5573EA6D532D}" destId="{C0A6D3D8-DBC2-45B6-8DEF-789A72552BB4}" srcOrd="0" destOrd="0" presId="urn:microsoft.com/office/officeart/2005/8/layout/hList1"/>
    <dgm:cxn modelId="{92E3CB89-D419-40A8-A5DE-76741CA1B52B}" type="presOf" srcId="{BD5427FF-4EB1-4006-BF7F-42158E0C5129}" destId="{5D9704F8-5A95-419F-B794-1E2F82666BDB}" srcOrd="0" destOrd="0" presId="urn:microsoft.com/office/officeart/2005/8/layout/hList1"/>
    <dgm:cxn modelId="{3E59C78E-A02F-4713-8F85-AD684680A386}" type="presOf" srcId="{5D62669A-941F-41BB-B773-C0071CEE5EE2}" destId="{C0A6D3D8-DBC2-45B6-8DEF-789A72552BB4}" srcOrd="0" destOrd="1" presId="urn:microsoft.com/office/officeart/2005/8/layout/hList1"/>
    <dgm:cxn modelId="{8C7569D1-2AB9-4F3C-A7E6-FED0C698F444}" srcId="{FE969E54-0D5D-4815-BDC4-3309E2F7325D}" destId="{35600F67-42C2-4D1B-B072-DC2A36FCB136}" srcOrd="0" destOrd="0" parTransId="{B4BC79E1-FDBA-43D1-A988-1BE8090EDA7A}" sibTransId="{AD46A0AA-C45A-46D2-89AF-28390F99F9D0}"/>
    <dgm:cxn modelId="{0F2BF3A9-C41D-45D0-BC46-91F9849518D2}" type="presOf" srcId="{35600F67-42C2-4D1B-B072-DC2A36FCB136}" destId="{33CF15AD-8A19-4E9A-9BED-239A79CAF737}" srcOrd="0" destOrd="0" presId="urn:microsoft.com/office/officeart/2005/8/layout/hList1"/>
    <dgm:cxn modelId="{BAFFB5DD-DC33-4861-A730-6B2EDC50A64A}" type="presOf" srcId="{2C0D9F89-7CE9-4195-96AC-FB27D6AA2EF6}" destId="{B357C82A-FE93-416B-AFBF-A74F9E99C4E4}" srcOrd="0" destOrd="0" presId="urn:microsoft.com/office/officeart/2005/8/layout/hList1"/>
    <dgm:cxn modelId="{22ED0818-799C-4B8A-84B5-8916B67D01D9}" srcId="{FE969E54-0D5D-4815-BDC4-3309E2F7325D}" destId="{98C2E0FD-7869-47C9-A548-B9B5F372949C}" srcOrd="1" destOrd="0" parTransId="{861421D4-20D5-4560-AD50-D9EE97686146}" sibTransId="{B2268590-4963-4BEC-BBE2-10F2373210A6}"/>
    <dgm:cxn modelId="{226C5D16-7732-4DA9-8CEC-B4E58BE20B89}" type="presOf" srcId="{FE969E54-0D5D-4815-BDC4-3309E2F7325D}" destId="{3E0BA246-3456-471B-AD87-1436FD251DD8}" srcOrd="0" destOrd="0" presId="urn:microsoft.com/office/officeart/2005/8/layout/hList1"/>
    <dgm:cxn modelId="{2BCA5D94-B9AC-4247-904C-14FD3C54B1B9}" srcId="{468FBB7B-694A-47BF-865D-2F44C1051453}" destId="{61F0DC84-7FFF-4FDD-9B5D-40960093AE83}" srcOrd="2" destOrd="0" parTransId="{2CB3CEFC-83E6-4DB9-B636-5287ACC11553}" sibTransId="{1FAE29ED-22A2-40FA-904A-0706E8542FE7}"/>
    <dgm:cxn modelId="{83C56BD4-9136-44B6-B194-1E4140F81C57}" type="presOf" srcId="{61F0DC84-7FFF-4FDD-9B5D-40960093AE83}" destId="{FC453BFD-315B-4968-86FA-B7D3125F3320}" srcOrd="0" destOrd="0" presId="urn:microsoft.com/office/officeart/2005/8/layout/hList1"/>
    <dgm:cxn modelId="{94CC37D5-6EAA-4448-9A7F-50010BEA8C20}" type="presParOf" srcId="{D5FB6A06-3991-4223-AD64-C4F7F6F4DF69}" destId="{5EB24CCF-928A-4018-A934-89F31F564A83}" srcOrd="0" destOrd="0" presId="urn:microsoft.com/office/officeart/2005/8/layout/hList1"/>
    <dgm:cxn modelId="{43B0AAC9-2B05-4960-8759-87360310F045}" type="presParOf" srcId="{5EB24CCF-928A-4018-A934-89F31F564A83}" destId="{5D9704F8-5A95-419F-B794-1E2F82666BDB}" srcOrd="0" destOrd="0" presId="urn:microsoft.com/office/officeart/2005/8/layout/hList1"/>
    <dgm:cxn modelId="{F499A1CC-63D1-4E79-9FAD-B3CDFF222FE4}" type="presParOf" srcId="{5EB24CCF-928A-4018-A934-89F31F564A83}" destId="{C0A6D3D8-DBC2-45B6-8DEF-789A72552BB4}" srcOrd="1" destOrd="0" presId="urn:microsoft.com/office/officeart/2005/8/layout/hList1"/>
    <dgm:cxn modelId="{1F06FE28-0DEA-497B-A145-DB53DC454E3C}" type="presParOf" srcId="{D5FB6A06-3991-4223-AD64-C4F7F6F4DF69}" destId="{C4F6D2AE-A2A5-43DC-B705-8E8ECE0E1613}" srcOrd="1" destOrd="0" presId="urn:microsoft.com/office/officeart/2005/8/layout/hList1"/>
    <dgm:cxn modelId="{F4E06513-644C-4B96-A241-AB523275DAC6}" type="presParOf" srcId="{D5FB6A06-3991-4223-AD64-C4F7F6F4DF69}" destId="{C1832C44-4F6B-4ABA-88DC-7D5A80779E4B}" srcOrd="2" destOrd="0" presId="urn:microsoft.com/office/officeart/2005/8/layout/hList1"/>
    <dgm:cxn modelId="{2B8DDC59-108F-42C7-BFB9-581B22BF9992}" type="presParOf" srcId="{C1832C44-4F6B-4ABA-88DC-7D5A80779E4B}" destId="{3E0BA246-3456-471B-AD87-1436FD251DD8}" srcOrd="0" destOrd="0" presId="urn:microsoft.com/office/officeart/2005/8/layout/hList1"/>
    <dgm:cxn modelId="{4215FA35-519F-4BF0-84E1-984B939AF03B}" type="presParOf" srcId="{C1832C44-4F6B-4ABA-88DC-7D5A80779E4B}" destId="{33CF15AD-8A19-4E9A-9BED-239A79CAF737}" srcOrd="1" destOrd="0" presId="urn:microsoft.com/office/officeart/2005/8/layout/hList1"/>
    <dgm:cxn modelId="{B0246AC7-7E03-45E6-A587-D71EDB7F250E}" type="presParOf" srcId="{D5FB6A06-3991-4223-AD64-C4F7F6F4DF69}" destId="{F4639A07-76C8-4329-80D5-712628979A9A}" srcOrd="3" destOrd="0" presId="urn:microsoft.com/office/officeart/2005/8/layout/hList1"/>
    <dgm:cxn modelId="{9090D2C3-08E7-404B-BBC4-7BD678CB941E}" type="presParOf" srcId="{D5FB6A06-3991-4223-AD64-C4F7F6F4DF69}" destId="{7F710124-E259-48A5-9895-471DE20AF50E}" srcOrd="4" destOrd="0" presId="urn:microsoft.com/office/officeart/2005/8/layout/hList1"/>
    <dgm:cxn modelId="{429B45D0-7454-4A2F-A5F3-34541FD58849}" type="presParOf" srcId="{7F710124-E259-48A5-9895-471DE20AF50E}" destId="{FC453BFD-315B-4968-86FA-B7D3125F3320}" srcOrd="0" destOrd="0" presId="urn:microsoft.com/office/officeart/2005/8/layout/hList1"/>
    <dgm:cxn modelId="{73457817-D715-427B-9FE9-11941A1C4262}" type="presParOf" srcId="{7F710124-E259-48A5-9895-471DE20AF50E}" destId="{B357C82A-FE93-416B-AFBF-A74F9E99C4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683801-F7B7-45A0-A469-D789437BA2BB}" type="doc">
      <dgm:prSet loTypeId="urn:microsoft.com/office/officeart/2008/layout/CircleAccentTimeline" loCatId="process" qsTypeId="urn:microsoft.com/office/officeart/2005/8/quickstyle/simple5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E3A32332-CADE-4DD2-BF80-813A9ED06249}">
      <dgm:prSet phldrT="[文本]" phldr="1"/>
      <dgm:spPr/>
      <dgm:t>
        <a:bodyPr/>
        <a:p>
          <a:endParaRPr lang="zh-CN" altLang="en-US"/>
        </a:p>
      </dgm:t>
    </dgm:pt>
    <dgm:pt modelId="{88C6344A-E856-4C0A-90D4-38DFD3898AD7}" cxnId="{8BBD72E2-7FE5-454F-BF15-EB2E10227A91}" type="parTrans">
      <dgm:prSet/>
      <dgm:spPr/>
      <dgm:t>
        <a:bodyPr/>
        <a:p>
          <a:endParaRPr lang="zh-CN" altLang="en-US"/>
        </a:p>
      </dgm:t>
    </dgm:pt>
    <dgm:pt modelId="{4CC0FD6D-D533-48BA-A81C-691C97EF9DDA}" cxnId="{8BBD72E2-7FE5-454F-BF15-EB2E10227A91}" type="sibTrans">
      <dgm:prSet/>
      <dgm:spPr/>
      <dgm:t>
        <a:bodyPr/>
        <a:p>
          <a:endParaRPr lang="zh-CN" altLang="en-US"/>
        </a:p>
      </dgm:t>
    </dgm:pt>
    <dgm:pt modelId="{CF79DCF3-1E63-4B1B-9488-203C2E8B7FC9}">
      <dgm:prSet phldrT="[文本]" phldr="1"/>
      <dgm:spPr/>
      <dgm:t>
        <a:bodyPr/>
        <a:p>
          <a:endParaRPr lang="zh-CN" altLang="en-US"/>
        </a:p>
      </dgm:t>
    </dgm:pt>
    <dgm:pt modelId="{C8B2F80D-6935-4039-AA54-D385A0395C72}" cxnId="{95EBE809-6DFD-46BD-8907-66C3A7C48BFD}" type="parTrans">
      <dgm:prSet/>
      <dgm:spPr/>
      <dgm:t>
        <a:bodyPr/>
        <a:p>
          <a:endParaRPr lang="zh-CN" altLang="en-US"/>
        </a:p>
      </dgm:t>
    </dgm:pt>
    <dgm:pt modelId="{5584BFF2-CB1C-4BB5-B6D9-FB194DF569DA}" cxnId="{95EBE809-6DFD-46BD-8907-66C3A7C48BFD}" type="sibTrans">
      <dgm:prSet/>
      <dgm:spPr/>
      <dgm:t>
        <a:bodyPr/>
        <a:p>
          <a:endParaRPr lang="zh-CN" altLang="en-US"/>
        </a:p>
      </dgm:t>
    </dgm:pt>
    <dgm:pt modelId="{C09A4844-615F-42A0-965C-5141A6929B79}">
      <dgm:prSet phldrT="[文本]" phldr="1"/>
      <dgm:spPr/>
      <dgm:t>
        <a:bodyPr/>
        <a:p>
          <a:endParaRPr lang="zh-CN" altLang="en-US"/>
        </a:p>
      </dgm:t>
    </dgm:pt>
    <dgm:pt modelId="{E54920A9-0970-40D5-9C5A-B70CA856DBB7}" cxnId="{9C837A01-F393-4BA9-9954-ED2313272761}" type="parTrans">
      <dgm:prSet/>
      <dgm:spPr/>
      <dgm:t>
        <a:bodyPr/>
        <a:p>
          <a:endParaRPr lang="zh-CN" altLang="en-US"/>
        </a:p>
      </dgm:t>
    </dgm:pt>
    <dgm:pt modelId="{953768A5-638D-48CA-915F-7D55458E143A}" cxnId="{9C837A01-F393-4BA9-9954-ED2313272761}" type="sibTrans">
      <dgm:prSet/>
      <dgm:spPr/>
      <dgm:t>
        <a:bodyPr/>
        <a:p>
          <a:endParaRPr lang="zh-CN" altLang="en-US"/>
        </a:p>
      </dgm:t>
    </dgm:pt>
    <dgm:pt modelId="{E2CF5CA2-A067-446A-89C6-DF4C537080DF}">
      <dgm:prSet phldrT="[文本]" phldr="1"/>
      <dgm:spPr/>
      <dgm:t>
        <a:bodyPr/>
        <a:p>
          <a:endParaRPr lang="zh-CN" altLang="en-US"/>
        </a:p>
      </dgm:t>
    </dgm:pt>
    <dgm:pt modelId="{B84A3158-9C4F-4E97-B403-0E72C4EC700D}" cxnId="{98C0BC93-057F-474B-8F33-41618BD2822E}" type="parTrans">
      <dgm:prSet/>
      <dgm:spPr/>
      <dgm:t>
        <a:bodyPr/>
        <a:p>
          <a:endParaRPr lang="zh-CN" altLang="en-US"/>
        </a:p>
      </dgm:t>
    </dgm:pt>
    <dgm:pt modelId="{0CD0D7F5-B024-4A8E-9DD2-8AA7209AFA01}" cxnId="{98C0BC93-057F-474B-8F33-41618BD2822E}" type="sibTrans">
      <dgm:prSet/>
      <dgm:spPr/>
      <dgm:t>
        <a:bodyPr/>
        <a:p>
          <a:endParaRPr lang="zh-CN" altLang="en-US"/>
        </a:p>
      </dgm:t>
    </dgm:pt>
    <dgm:pt modelId="{10F3C037-1976-4983-99BF-F621025EB919}">
      <dgm:prSet phldrT="[文本]" phldr="1"/>
      <dgm:spPr/>
      <dgm:t>
        <a:bodyPr/>
        <a:p>
          <a:endParaRPr lang="zh-CN" altLang="en-US"/>
        </a:p>
      </dgm:t>
    </dgm:pt>
    <dgm:pt modelId="{FD229F73-6BED-4B7F-BE7D-111DF53D3945}" cxnId="{D935107C-4265-48DA-820F-E846F616B2BE}" type="parTrans">
      <dgm:prSet/>
      <dgm:spPr/>
      <dgm:t>
        <a:bodyPr/>
        <a:p>
          <a:endParaRPr lang="zh-CN" altLang="en-US"/>
        </a:p>
      </dgm:t>
    </dgm:pt>
    <dgm:pt modelId="{B80DF8E8-6AF2-4F06-9D47-D52A497458BB}" cxnId="{D935107C-4265-48DA-820F-E846F616B2BE}" type="sibTrans">
      <dgm:prSet/>
      <dgm:spPr/>
      <dgm:t>
        <a:bodyPr/>
        <a:p>
          <a:endParaRPr lang="zh-CN" altLang="en-US"/>
        </a:p>
      </dgm:t>
    </dgm:pt>
    <dgm:pt modelId="{31ED94B3-2C79-4BD7-8C92-D193240496E6}">
      <dgm:prSet phldrT="[文本]" phldr="1"/>
      <dgm:spPr/>
      <dgm:t>
        <a:bodyPr/>
        <a:p>
          <a:endParaRPr lang="zh-CN" altLang="en-US"/>
        </a:p>
      </dgm:t>
    </dgm:pt>
    <dgm:pt modelId="{F169E6CF-B977-40AD-9870-B7E85E99B6A1}" cxnId="{4CA26AB5-7041-446F-AF7E-EE9C5ADE2861}" type="parTrans">
      <dgm:prSet/>
      <dgm:spPr/>
      <dgm:t>
        <a:bodyPr/>
        <a:p>
          <a:endParaRPr lang="zh-CN" altLang="en-US"/>
        </a:p>
      </dgm:t>
    </dgm:pt>
    <dgm:pt modelId="{9F24F616-BFC6-4A0A-B6F3-AB3A183189BF}" cxnId="{4CA26AB5-7041-446F-AF7E-EE9C5ADE2861}" type="sibTrans">
      <dgm:prSet/>
      <dgm:spPr/>
      <dgm:t>
        <a:bodyPr/>
        <a:p>
          <a:endParaRPr lang="zh-CN" altLang="en-US"/>
        </a:p>
      </dgm:t>
    </dgm:pt>
    <dgm:pt modelId="{D7D62FCF-3727-44ED-B5AF-B0E7F82CEA3C}" type="pres">
      <dgm:prSet presAssocID="{1E683801-F7B7-45A0-A469-D789437BA2BB}" presName="Name0" presStyleCnt="0">
        <dgm:presLayoutVars>
          <dgm:dir/>
        </dgm:presLayoutVars>
      </dgm:prSet>
      <dgm:spPr/>
    </dgm:pt>
    <dgm:pt modelId="{B4FE8EBB-E8D9-4036-AFC9-34B8A7FE3E23}" type="pres">
      <dgm:prSet presAssocID="{E3A32332-CADE-4DD2-BF80-813A9ED06249}" presName="parComposite" presStyleCnt="0"/>
      <dgm:spPr/>
    </dgm:pt>
    <dgm:pt modelId="{02B5ADB5-C8B1-4E0B-82C8-1F695A7417A1}" type="pres">
      <dgm:prSet presAssocID="{E3A32332-CADE-4DD2-BF80-813A9ED06249}" presName="parBigCircle" presStyleLbl="node0" presStyleIdx="0" presStyleCnt="2"/>
      <dgm:spPr/>
    </dgm:pt>
    <dgm:pt modelId="{FA3F5BE5-6BAA-446B-A203-347A662B63B4}" type="pres">
      <dgm:prSet presAssocID="{E3A32332-CADE-4DD2-BF80-813A9ED06249}" presName="parTx" presStyleLbl="revTx" presStyleIdx="0" presStyleCnt="10"/>
      <dgm:spPr/>
    </dgm:pt>
    <dgm:pt modelId="{0E3BF39E-2400-4E8B-894E-F457010409BC}" type="pres">
      <dgm:prSet presAssocID="{E3A32332-CADE-4DD2-BF80-813A9ED06249}" presName="bSpace" presStyleCnt="0"/>
      <dgm:spPr/>
    </dgm:pt>
    <dgm:pt modelId="{868C56E9-6A10-4075-9515-24F0C8A11922}" type="pres">
      <dgm:prSet presAssocID="{E3A32332-CADE-4DD2-BF80-813A9ED06249}" presName="parBackupNorm" presStyleCnt="0"/>
      <dgm:spPr/>
    </dgm:pt>
    <dgm:pt modelId="{2CBA2E97-2CEE-4B6E-B1C9-39F1EA0342E9}" type="pres">
      <dgm:prSet presAssocID="{4CC0FD6D-D533-48BA-A81C-691C97EF9DDA}" presName="parSpace" presStyleCnt="0"/>
      <dgm:spPr/>
    </dgm:pt>
    <dgm:pt modelId="{F6BDDB2C-BABB-477F-AF3C-3B39E07CD795}" type="pres">
      <dgm:prSet presAssocID="{CF79DCF3-1E63-4B1B-9488-203C2E8B7FC9}" presName="desBackupLeftNorm" presStyleCnt="0"/>
      <dgm:spPr/>
    </dgm:pt>
    <dgm:pt modelId="{440BD2AF-C8C0-4327-AA34-966A63879EF4}" type="pres">
      <dgm:prSet presAssocID="{CF79DCF3-1E63-4B1B-9488-203C2E8B7FC9}" presName="desComposite" presStyleCnt="0"/>
      <dgm:spPr/>
    </dgm:pt>
    <dgm:pt modelId="{0C9C8B07-E1BC-4A12-BCAC-D5169FC1E963}" type="pres">
      <dgm:prSet presAssocID="{CF79DCF3-1E63-4B1B-9488-203C2E8B7FC9}" presName="desCircle" presStyleLbl="node1" presStyleIdx="0" presStyleCnt="4"/>
      <dgm:spPr/>
    </dgm:pt>
    <dgm:pt modelId="{0F472E4A-9409-425A-8F36-0111F2300AFA}" type="pres">
      <dgm:prSet presAssocID="{CF79DCF3-1E63-4B1B-9488-203C2E8B7FC9}" presName="chTx" presStyleLbl="revTx" presStyleIdx="1" presStyleCnt="10"/>
      <dgm:spPr/>
    </dgm:pt>
    <dgm:pt modelId="{59BEF73C-17E6-4E82-8A71-3D4021027849}" type="pres">
      <dgm:prSet presAssocID="{CF79DCF3-1E63-4B1B-9488-203C2E8B7FC9}" presName="desTx" presStyleLbl="revTx" presStyleIdx="2" presStyleCnt="10">
        <dgm:presLayoutVars>
          <dgm:bulletEnabled val="1"/>
        </dgm:presLayoutVars>
      </dgm:prSet>
      <dgm:spPr/>
    </dgm:pt>
    <dgm:pt modelId="{6DA0DFDB-23F4-4725-B952-B0BC706CA485}" type="pres">
      <dgm:prSet presAssocID="{CF79DCF3-1E63-4B1B-9488-203C2E8B7FC9}" presName="desBackupRightNorm" presStyleCnt="0"/>
      <dgm:spPr/>
    </dgm:pt>
    <dgm:pt modelId="{5EFDD0FB-59A3-44AF-8378-8186543C936A}" type="pres">
      <dgm:prSet presAssocID="{5584BFF2-CB1C-4BB5-B6D9-FB194DF569DA}" presName="desSpace" presStyleCnt="0"/>
      <dgm:spPr/>
    </dgm:pt>
    <dgm:pt modelId="{A14631D2-2200-4F94-992B-C83CBE48A350}" type="pres">
      <dgm:prSet presAssocID="{C09A4844-615F-42A0-965C-5141A6929B79}" presName="desBackupLeftNorm" presStyleCnt="0"/>
      <dgm:spPr/>
    </dgm:pt>
    <dgm:pt modelId="{E45CB698-111C-40BE-921A-5791400B909A}" type="pres">
      <dgm:prSet presAssocID="{C09A4844-615F-42A0-965C-5141A6929B79}" presName="desComposite" presStyleCnt="0"/>
      <dgm:spPr/>
    </dgm:pt>
    <dgm:pt modelId="{0A6F5E89-8C85-48A5-8322-111D236C2D49}" type="pres">
      <dgm:prSet presAssocID="{C09A4844-615F-42A0-965C-5141A6929B79}" presName="desCircle" presStyleLbl="node1" presStyleIdx="1" presStyleCnt="4"/>
      <dgm:spPr/>
    </dgm:pt>
    <dgm:pt modelId="{2B0EAC48-BD8C-466D-AE30-32566C605EF5}" type="pres">
      <dgm:prSet presAssocID="{C09A4844-615F-42A0-965C-5141A6929B79}" presName="chTx" presStyleLbl="revTx" presStyleIdx="3" presStyleCnt="10"/>
      <dgm:spPr/>
    </dgm:pt>
    <dgm:pt modelId="{A9B62CDE-3354-43CF-BD62-F3E710DD4AB5}" type="pres">
      <dgm:prSet presAssocID="{C09A4844-615F-42A0-965C-5141A6929B79}" presName="desTx" presStyleLbl="revTx" presStyleIdx="4" presStyleCnt="10">
        <dgm:presLayoutVars>
          <dgm:bulletEnabled val="1"/>
        </dgm:presLayoutVars>
      </dgm:prSet>
      <dgm:spPr/>
    </dgm:pt>
    <dgm:pt modelId="{99FFAF76-8D3D-4C94-98FA-47C5FD572909}" type="pres">
      <dgm:prSet presAssocID="{C09A4844-615F-42A0-965C-5141A6929B79}" presName="desBackupRightNorm" presStyleCnt="0"/>
      <dgm:spPr/>
    </dgm:pt>
    <dgm:pt modelId="{7E1634DC-4B01-4A7D-BC6C-0EF4264FD7AE}" type="pres">
      <dgm:prSet presAssocID="{953768A5-638D-48CA-915F-7D55458E143A}" presName="desSpace" presStyleCnt="0"/>
      <dgm:spPr/>
    </dgm:pt>
    <dgm:pt modelId="{9E9E91CE-9F65-4ED3-A611-0FF96BF42F94}" type="pres">
      <dgm:prSet presAssocID="{E2CF5CA2-A067-446A-89C6-DF4C537080DF}" presName="parComposite" presStyleCnt="0"/>
      <dgm:spPr/>
    </dgm:pt>
    <dgm:pt modelId="{2980E90E-58B4-4F35-B4A6-4177D392CAD2}" type="pres">
      <dgm:prSet presAssocID="{E2CF5CA2-A067-446A-89C6-DF4C537080DF}" presName="parBigCircle" presStyleLbl="node0" presStyleIdx="1" presStyleCnt="2"/>
      <dgm:spPr/>
    </dgm:pt>
    <dgm:pt modelId="{412231A8-3675-4C37-A9D6-C1B131FA0122}" type="pres">
      <dgm:prSet presAssocID="{E2CF5CA2-A067-446A-89C6-DF4C537080DF}" presName="parTx" presStyleLbl="revTx" presStyleIdx="5" presStyleCnt="10"/>
      <dgm:spPr/>
    </dgm:pt>
    <dgm:pt modelId="{44224958-02EF-4634-AF17-E0D5968F0591}" type="pres">
      <dgm:prSet presAssocID="{E2CF5CA2-A067-446A-89C6-DF4C537080DF}" presName="bSpace" presStyleCnt="0"/>
      <dgm:spPr/>
    </dgm:pt>
    <dgm:pt modelId="{1B1C33E9-1D7C-4DAD-A9F1-ECF9757D2F27}" type="pres">
      <dgm:prSet presAssocID="{E2CF5CA2-A067-446A-89C6-DF4C537080DF}" presName="parBackupNorm" presStyleCnt="0"/>
      <dgm:spPr/>
    </dgm:pt>
    <dgm:pt modelId="{1D1BE1B9-DA6A-49B5-8651-56F283E0DCA0}" type="pres">
      <dgm:prSet presAssocID="{0CD0D7F5-B024-4A8E-9DD2-8AA7209AFA01}" presName="parSpace" presStyleCnt="0"/>
      <dgm:spPr/>
    </dgm:pt>
    <dgm:pt modelId="{53C13E9C-C050-43B7-9549-FC3B32A9EF36}" type="pres">
      <dgm:prSet presAssocID="{10F3C037-1976-4983-99BF-F621025EB919}" presName="desBackupLeftNorm" presStyleCnt="0"/>
      <dgm:spPr/>
    </dgm:pt>
    <dgm:pt modelId="{50FC7C42-B973-4357-BBF3-0F17180F954A}" type="pres">
      <dgm:prSet presAssocID="{10F3C037-1976-4983-99BF-F621025EB919}" presName="desComposite" presStyleCnt="0"/>
      <dgm:spPr/>
    </dgm:pt>
    <dgm:pt modelId="{D216029A-E96A-4EF4-A6D1-8E01C668AAC8}" type="pres">
      <dgm:prSet presAssocID="{10F3C037-1976-4983-99BF-F621025EB919}" presName="desCircle" presStyleLbl="node1" presStyleIdx="2" presStyleCnt="4"/>
      <dgm:spPr/>
    </dgm:pt>
    <dgm:pt modelId="{714C4429-B494-4F20-9454-FDDB0E6C590C}" type="pres">
      <dgm:prSet presAssocID="{10F3C037-1976-4983-99BF-F621025EB919}" presName="chTx" presStyleLbl="revTx" presStyleIdx="6" presStyleCnt="10"/>
      <dgm:spPr/>
    </dgm:pt>
    <dgm:pt modelId="{E00ADC54-ABB5-4E7A-ADD0-6D53EFEFA096}" type="pres">
      <dgm:prSet presAssocID="{10F3C037-1976-4983-99BF-F621025EB919}" presName="desTx" presStyleLbl="revTx" presStyleIdx="7" presStyleCnt="10">
        <dgm:presLayoutVars>
          <dgm:bulletEnabled val="1"/>
        </dgm:presLayoutVars>
      </dgm:prSet>
      <dgm:spPr/>
    </dgm:pt>
    <dgm:pt modelId="{0F623E82-9181-46D8-9903-01BBC956A2BA}" type="pres">
      <dgm:prSet presAssocID="{10F3C037-1976-4983-99BF-F621025EB919}" presName="desBackupRightNorm" presStyleCnt="0"/>
      <dgm:spPr/>
    </dgm:pt>
    <dgm:pt modelId="{A9140685-2D85-44FA-ACBB-026A9FD9AE9B}" type="pres">
      <dgm:prSet presAssocID="{B80DF8E8-6AF2-4F06-9D47-D52A497458BB}" presName="desSpace" presStyleCnt="0"/>
      <dgm:spPr/>
    </dgm:pt>
    <dgm:pt modelId="{BB3CE3E4-C6D7-475B-909D-3986A22C3CB1}" type="pres">
      <dgm:prSet presAssocID="{31ED94B3-2C79-4BD7-8C92-D193240496E6}" presName="desBackupLeftNorm" presStyleCnt="0"/>
      <dgm:spPr/>
    </dgm:pt>
    <dgm:pt modelId="{8F62C312-324A-48DC-83DE-AD190CCA3D74}" type="pres">
      <dgm:prSet presAssocID="{31ED94B3-2C79-4BD7-8C92-D193240496E6}" presName="desComposite" presStyleCnt="0"/>
      <dgm:spPr/>
    </dgm:pt>
    <dgm:pt modelId="{344CB11B-96D5-4D30-A31F-695542A0FD21}" type="pres">
      <dgm:prSet presAssocID="{31ED94B3-2C79-4BD7-8C92-D193240496E6}" presName="desCircle" presStyleLbl="node1" presStyleIdx="3" presStyleCnt="4"/>
      <dgm:spPr/>
    </dgm:pt>
    <dgm:pt modelId="{61D81315-6423-4873-B1AC-2B769F08321D}" type="pres">
      <dgm:prSet presAssocID="{31ED94B3-2C79-4BD7-8C92-D193240496E6}" presName="chTx" presStyleLbl="revTx" presStyleIdx="8" presStyleCnt="10"/>
      <dgm:spPr/>
    </dgm:pt>
    <dgm:pt modelId="{5EDB9791-112C-4AED-BF5B-A44BFDC33C88}" type="pres">
      <dgm:prSet presAssocID="{31ED94B3-2C79-4BD7-8C92-D193240496E6}" presName="desTx" presStyleLbl="revTx" presStyleIdx="9" presStyleCnt="10">
        <dgm:presLayoutVars>
          <dgm:bulletEnabled val="1"/>
        </dgm:presLayoutVars>
      </dgm:prSet>
      <dgm:spPr/>
    </dgm:pt>
    <dgm:pt modelId="{AF5DE9F8-D2C8-4A9A-A55A-7CE385451857}" type="pres">
      <dgm:prSet presAssocID="{31ED94B3-2C79-4BD7-8C92-D193240496E6}" presName="desBackupRightNorm" presStyleCnt="0"/>
      <dgm:spPr/>
    </dgm:pt>
    <dgm:pt modelId="{ED8A4D28-883A-4273-8FFE-AE3F2C2B7525}" type="pres">
      <dgm:prSet presAssocID="{9F24F616-BFC6-4A0A-B6F3-AB3A183189BF}" presName="desSpace" presStyleCnt="0"/>
      <dgm:spPr/>
    </dgm:pt>
  </dgm:ptLst>
  <dgm:cxnLst>
    <dgm:cxn modelId="{DCEEC783-3272-4B7C-9982-334A199A48F5}" type="presOf" srcId="{E3A32332-CADE-4DD2-BF80-813A9ED06249}" destId="{FA3F5BE5-6BAA-446B-A203-347A662B63B4}" srcOrd="0" destOrd="0" presId="urn:microsoft.com/office/officeart/2008/layout/CircleAccentTimeline"/>
    <dgm:cxn modelId="{98C0BC93-057F-474B-8F33-41618BD2822E}" srcId="{1E683801-F7B7-45A0-A469-D789437BA2BB}" destId="{E2CF5CA2-A067-446A-89C6-DF4C537080DF}" srcOrd="1" destOrd="0" parTransId="{B84A3158-9C4F-4E97-B403-0E72C4EC700D}" sibTransId="{0CD0D7F5-B024-4A8E-9DD2-8AA7209AFA01}"/>
    <dgm:cxn modelId="{B455D147-F68E-4C9D-8DE6-5D7686180371}" type="presOf" srcId="{C09A4844-615F-42A0-965C-5141A6929B79}" destId="{2B0EAC48-BD8C-466D-AE30-32566C605EF5}" srcOrd="0" destOrd="0" presId="urn:microsoft.com/office/officeart/2008/layout/CircleAccentTimeline"/>
    <dgm:cxn modelId="{95EBE809-6DFD-46BD-8907-66C3A7C48BFD}" srcId="{E3A32332-CADE-4DD2-BF80-813A9ED06249}" destId="{CF79DCF3-1E63-4B1B-9488-203C2E8B7FC9}" srcOrd="0" destOrd="0" parTransId="{C8B2F80D-6935-4039-AA54-D385A0395C72}" sibTransId="{5584BFF2-CB1C-4BB5-B6D9-FB194DF569DA}"/>
    <dgm:cxn modelId="{1679F391-A318-4092-98CB-EC33C79CF694}" type="presOf" srcId="{1E683801-F7B7-45A0-A469-D789437BA2BB}" destId="{D7D62FCF-3727-44ED-B5AF-B0E7F82CEA3C}" srcOrd="0" destOrd="0" presId="urn:microsoft.com/office/officeart/2008/layout/CircleAccentTimeline"/>
    <dgm:cxn modelId="{6173C1B0-40A6-44B6-A233-41C482A5965A}" type="presOf" srcId="{31ED94B3-2C79-4BD7-8C92-D193240496E6}" destId="{61D81315-6423-4873-B1AC-2B769F08321D}" srcOrd="0" destOrd="0" presId="urn:microsoft.com/office/officeart/2008/layout/CircleAccentTimeline"/>
    <dgm:cxn modelId="{449594DA-C647-4C49-A704-FD1210F7094A}" type="presOf" srcId="{CF79DCF3-1E63-4B1B-9488-203C2E8B7FC9}" destId="{0F472E4A-9409-425A-8F36-0111F2300AFA}" srcOrd="0" destOrd="0" presId="urn:microsoft.com/office/officeart/2008/layout/CircleAccentTimeline"/>
    <dgm:cxn modelId="{4CA26AB5-7041-446F-AF7E-EE9C5ADE2861}" srcId="{E2CF5CA2-A067-446A-89C6-DF4C537080DF}" destId="{31ED94B3-2C79-4BD7-8C92-D193240496E6}" srcOrd="1" destOrd="0" parTransId="{F169E6CF-B977-40AD-9870-B7E85E99B6A1}" sibTransId="{9F24F616-BFC6-4A0A-B6F3-AB3A183189BF}"/>
    <dgm:cxn modelId="{C84F249E-F396-4733-8427-85DBDC065897}" type="presOf" srcId="{E2CF5CA2-A067-446A-89C6-DF4C537080DF}" destId="{412231A8-3675-4C37-A9D6-C1B131FA0122}" srcOrd="0" destOrd="0" presId="urn:microsoft.com/office/officeart/2008/layout/CircleAccentTimeline"/>
    <dgm:cxn modelId="{8BBD72E2-7FE5-454F-BF15-EB2E10227A91}" srcId="{1E683801-F7B7-45A0-A469-D789437BA2BB}" destId="{E3A32332-CADE-4DD2-BF80-813A9ED06249}" srcOrd="0" destOrd="0" parTransId="{88C6344A-E856-4C0A-90D4-38DFD3898AD7}" sibTransId="{4CC0FD6D-D533-48BA-A81C-691C97EF9DDA}"/>
    <dgm:cxn modelId="{9C837A01-F393-4BA9-9954-ED2313272761}" srcId="{E3A32332-CADE-4DD2-BF80-813A9ED06249}" destId="{C09A4844-615F-42A0-965C-5141A6929B79}" srcOrd="1" destOrd="0" parTransId="{E54920A9-0970-40D5-9C5A-B70CA856DBB7}" sibTransId="{953768A5-638D-48CA-915F-7D55458E143A}"/>
    <dgm:cxn modelId="{4D38E1F1-DF07-440B-BEDB-D2426D905FAF}" type="presOf" srcId="{10F3C037-1976-4983-99BF-F621025EB919}" destId="{714C4429-B494-4F20-9454-FDDB0E6C590C}" srcOrd="0" destOrd="0" presId="urn:microsoft.com/office/officeart/2008/layout/CircleAccentTimeline"/>
    <dgm:cxn modelId="{D935107C-4265-48DA-820F-E846F616B2BE}" srcId="{E2CF5CA2-A067-446A-89C6-DF4C537080DF}" destId="{10F3C037-1976-4983-99BF-F621025EB919}" srcOrd="0" destOrd="0" parTransId="{FD229F73-6BED-4B7F-BE7D-111DF53D3945}" sibTransId="{B80DF8E8-6AF2-4F06-9D47-D52A497458BB}"/>
    <dgm:cxn modelId="{98F7E76E-2AC8-4EA1-B11C-E3E05655A4E3}" type="presParOf" srcId="{D7D62FCF-3727-44ED-B5AF-B0E7F82CEA3C}" destId="{B4FE8EBB-E8D9-4036-AFC9-34B8A7FE3E23}" srcOrd="0" destOrd="0" presId="urn:microsoft.com/office/officeart/2008/layout/CircleAccentTimeline"/>
    <dgm:cxn modelId="{882A8CB6-470C-4DD5-B832-DD87116ECBB4}" type="presParOf" srcId="{B4FE8EBB-E8D9-4036-AFC9-34B8A7FE3E23}" destId="{02B5ADB5-C8B1-4E0B-82C8-1F695A7417A1}" srcOrd="0" destOrd="0" presId="urn:microsoft.com/office/officeart/2008/layout/CircleAccentTimeline"/>
    <dgm:cxn modelId="{906686E0-5F75-4D4C-B562-45CAC3E4F854}" type="presParOf" srcId="{B4FE8EBB-E8D9-4036-AFC9-34B8A7FE3E23}" destId="{FA3F5BE5-6BAA-446B-A203-347A662B63B4}" srcOrd="1" destOrd="0" presId="urn:microsoft.com/office/officeart/2008/layout/CircleAccentTimeline"/>
    <dgm:cxn modelId="{70A16F8D-024B-4C16-86CF-6653DD067C97}" type="presParOf" srcId="{B4FE8EBB-E8D9-4036-AFC9-34B8A7FE3E23}" destId="{0E3BF39E-2400-4E8B-894E-F457010409BC}" srcOrd="2" destOrd="0" presId="urn:microsoft.com/office/officeart/2008/layout/CircleAccentTimeline"/>
    <dgm:cxn modelId="{8471E0DD-883B-4923-B2CD-1C6265060B8F}" type="presParOf" srcId="{D7D62FCF-3727-44ED-B5AF-B0E7F82CEA3C}" destId="{868C56E9-6A10-4075-9515-24F0C8A11922}" srcOrd="1" destOrd="0" presId="urn:microsoft.com/office/officeart/2008/layout/CircleAccentTimeline"/>
    <dgm:cxn modelId="{D8E22507-83B7-4CB2-A135-A2156E90FB8B}" type="presParOf" srcId="{D7D62FCF-3727-44ED-B5AF-B0E7F82CEA3C}" destId="{2CBA2E97-2CEE-4B6E-B1C9-39F1EA0342E9}" srcOrd="2" destOrd="0" presId="urn:microsoft.com/office/officeart/2008/layout/CircleAccentTimeline"/>
    <dgm:cxn modelId="{42301663-2CBD-419D-AFD9-A182FEE6FC9E}" type="presParOf" srcId="{D7D62FCF-3727-44ED-B5AF-B0E7F82CEA3C}" destId="{F6BDDB2C-BABB-477F-AF3C-3B39E07CD795}" srcOrd="3" destOrd="0" presId="urn:microsoft.com/office/officeart/2008/layout/CircleAccentTimeline"/>
    <dgm:cxn modelId="{2CDF4CAD-9EC6-4F8B-B08A-DF8B41736427}" type="presParOf" srcId="{D7D62FCF-3727-44ED-B5AF-B0E7F82CEA3C}" destId="{440BD2AF-C8C0-4327-AA34-966A63879EF4}" srcOrd="4" destOrd="0" presId="urn:microsoft.com/office/officeart/2008/layout/CircleAccentTimeline"/>
    <dgm:cxn modelId="{B9D349CF-8034-47FD-804C-BB6559CE528B}" type="presParOf" srcId="{440BD2AF-C8C0-4327-AA34-966A63879EF4}" destId="{0C9C8B07-E1BC-4A12-BCAC-D5169FC1E963}" srcOrd="0" destOrd="0" presId="urn:microsoft.com/office/officeart/2008/layout/CircleAccentTimeline"/>
    <dgm:cxn modelId="{A09E7F22-7B63-4B14-BA31-5A71CB10D010}" type="presParOf" srcId="{440BD2AF-C8C0-4327-AA34-966A63879EF4}" destId="{0F472E4A-9409-425A-8F36-0111F2300AFA}" srcOrd="1" destOrd="0" presId="urn:microsoft.com/office/officeart/2008/layout/CircleAccentTimeline"/>
    <dgm:cxn modelId="{BFAA41CE-FD3B-4685-8FD0-51BA5D765679}" type="presParOf" srcId="{440BD2AF-C8C0-4327-AA34-966A63879EF4}" destId="{59BEF73C-17E6-4E82-8A71-3D4021027849}" srcOrd="2" destOrd="0" presId="urn:microsoft.com/office/officeart/2008/layout/CircleAccentTimeline"/>
    <dgm:cxn modelId="{BB5AB30E-1217-45DB-91FA-AEE4C1804EEB}" type="presParOf" srcId="{D7D62FCF-3727-44ED-B5AF-B0E7F82CEA3C}" destId="{6DA0DFDB-23F4-4725-B952-B0BC706CA485}" srcOrd="5" destOrd="0" presId="urn:microsoft.com/office/officeart/2008/layout/CircleAccentTimeline"/>
    <dgm:cxn modelId="{ECC96903-59B9-478D-966E-62B7DF4D1967}" type="presParOf" srcId="{D7D62FCF-3727-44ED-B5AF-B0E7F82CEA3C}" destId="{5EFDD0FB-59A3-44AF-8378-8186543C936A}" srcOrd="6" destOrd="0" presId="urn:microsoft.com/office/officeart/2008/layout/CircleAccentTimeline"/>
    <dgm:cxn modelId="{92C271F8-77C5-4C18-AAE0-63AC2B144167}" type="presParOf" srcId="{D7D62FCF-3727-44ED-B5AF-B0E7F82CEA3C}" destId="{A14631D2-2200-4F94-992B-C83CBE48A350}" srcOrd="7" destOrd="0" presId="urn:microsoft.com/office/officeart/2008/layout/CircleAccentTimeline"/>
    <dgm:cxn modelId="{27B3D368-B239-4BFE-8F97-90C65152D8A9}" type="presParOf" srcId="{D7D62FCF-3727-44ED-B5AF-B0E7F82CEA3C}" destId="{E45CB698-111C-40BE-921A-5791400B909A}" srcOrd="8" destOrd="0" presId="urn:microsoft.com/office/officeart/2008/layout/CircleAccentTimeline"/>
    <dgm:cxn modelId="{B4C1D292-519F-4872-9EEE-8758FF998D78}" type="presParOf" srcId="{E45CB698-111C-40BE-921A-5791400B909A}" destId="{0A6F5E89-8C85-48A5-8322-111D236C2D49}" srcOrd="0" destOrd="0" presId="urn:microsoft.com/office/officeart/2008/layout/CircleAccentTimeline"/>
    <dgm:cxn modelId="{393E75A8-5973-4535-A580-E02F73726601}" type="presParOf" srcId="{E45CB698-111C-40BE-921A-5791400B909A}" destId="{2B0EAC48-BD8C-466D-AE30-32566C605EF5}" srcOrd="1" destOrd="0" presId="urn:microsoft.com/office/officeart/2008/layout/CircleAccentTimeline"/>
    <dgm:cxn modelId="{F36BB570-5B4B-4A2A-A66C-B94CF465A51B}" type="presParOf" srcId="{E45CB698-111C-40BE-921A-5791400B909A}" destId="{A9B62CDE-3354-43CF-BD62-F3E710DD4AB5}" srcOrd="2" destOrd="0" presId="urn:microsoft.com/office/officeart/2008/layout/CircleAccentTimeline"/>
    <dgm:cxn modelId="{145823AD-2002-4E8A-9DC0-78CA82292F94}" type="presParOf" srcId="{D7D62FCF-3727-44ED-B5AF-B0E7F82CEA3C}" destId="{99FFAF76-8D3D-4C94-98FA-47C5FD572909}" srcOrd="9" destOrd="0" presId="urn:microsoft.com/office/officeart/2008/layout/CircleAccentTimeline"/>
    <dgm:cxn modelId="{B9F0CB37-2E80-4AB5-8469-768EFA70A77C}" type="presParOf" srcId="{D7D62FCF-3727-44ED-B5AF-B0E7F82CEA3C}" destId="{7E1634DC-4B01-4A7D-BC6C-0EF4264FD7AE}" srcOrd="10" destOrd="0" presId="urn:microsoft.com/office/officeart/2008/layout/CircleAccentTimeline"/>
    <dgm:cxn modelId="{FCAD5E94-2255-498C-979B-C46774275301}" type="presParOf" srcId="{D7D62FCF-3727-44ED-B5AF-B0E7F82CEA3C}" destId="{9E9E91CE-9F65-4ED3-A611-0FF96BF42F94}" srcOrd="11" destOrd="0" presId="urn:microsoft.com/office/officeart/2008/layout/CircleAccentTimeline"/>
    <dgm:cxn modelId="{5D4CEDE4-6029-451D-9590-7AA0724AC97C}" type="presParOf" srcId="{9E9E91CE-9F65-4ED3-A611-0FF96BF42F94}" destId="{2980E90E-58B4-4F35-B4A6-4177D392CAD2}" srcOrd="0" destOrd="0" presId="urn:microsoft.com/office/officeart/2008/layout/CircleAccentTimeline"/>
    <dgm:cxn modelId="{0AE2D247-382F-4759-8C3E-C2C6AA15DB0B}" type="presParOf" srcId="{9E9E91CE-9F65-4ED3-A611-0FF96BF42F94}" destId="{412231A8-3675-4C37-A9D6-C1B131FA0122}" srcOrd="1" destOrd="0" presId="urn:microsoft.com/office/officeart/2008/layout/CircleAccentTimeline"/>
    <dgm:cxn modelId="{DD5EB595-B962-4DD5-AB8A-7FD0429731A6}" type="presParOf" srcId="{9E9E91CE-9F65-4ED3-A611-0FF96BF42F94}" destId="{44224958-02EF-4634-AF17-E0D5968F0591}" srcOrd="2" destOrd="0" presId="urn:microsoft.com/office/officeart/2008/layout/CircleAccentTimeline"/>
    <dgm:cxn modelId="{77B036B5-AEBD-4DD4-8B9B-F8DBEF2FD5AC}" type="presParOf" srcId="{D7D62FCF-3727-44ED-B5AF-B0E7F82CEA3C}" destId="{1B1C33E9-1D7C-4DAD-A9F1-ECF9757D2F27}" srcOrd="12" destOrd="0" presId="urn:microsoft.com/office/officeart/2008/layout/CircleAccentTimeline"/>
    <dgm:cxn modelId="{D17B946E-7324-4255-80FC-9F6E97E3079F}" type="presParOf" srcId="{D7D62FCF-3727-44ED-B5AF-B0E7F82CEA3C}" destId="{1D1BE1B9-DA6A-49B5-8651-56F283E0DCA0}" srcOrd="13" destOrd="0" presId="urn:microsoft.com/office/officeart/2008/layout/CircleAccentTimeline"/>
    <dgm:cxn modelId="{AF9DDDBC-B58A-4F3A-8A18-681085D5DCAF}" type="presParOf" srcId="{D7D62FCF-3727-44ED-B5AF-B0E7F82CEA3C}" destId="{53C13E9C-C050-43B7-9549-FC3B32A9EF36}" srcOrd="14" destOrd="0" presId="urn:microsoft.com/office/officeart/2008/layout/CircleAccentTimeline"/>
    <dgm:cxn modelId="{BF9E2487-0286-4E40-B53E-400967B0EFDD}" type="presParOf" srcId="{D7D62FCF-3727-44ED-B5AF-B0E7F82CEA3C}" destId="{50FC7C42-B973-4357-BBF3-0F17180F954A}" srcOrd="15" destOrd="0" presId="urn:microsoft.com/office/officeart/2008/layout/CircleAccentTimeline"/>
    <dgm:cxn modelId="{32F78F87-AA12-489E-AE3A-97DA7F5B16D5}" type="presParOf" srcId="{50FC7C42-B973-4357-BBF3-0F17180F954A}" destId="{D216029A-E96A-4EF4-A6D1-8E01C668AAC8}" srcOrd="0" destOrd="0" presId="urn:microsoft.com/office/officeart/2008/layout/CircleAccentTimeline"/>
    <dgm:cxn modelId="{40D3A032-0FDC-4132-A1C2-615C47AFD2AE}" type="presParOf" srcId="{50FC7C42-B973-4357-BBF3-0F17180F954A}" destId="{714C4429-B494-4F20-9454-FDDB0E6C590C}" srcOrd="1" destOrd="0" presId="urn:microsoft.com/office/officeart/2008/layout/CircleAccentTimeline"/>
    <dgm:cxn modelId="{F748DFA0-29D9-440E-9B62-D02666F9B55D}" type="presParOf" srcId="{50FC7C42-B973-4357-BBF3-0F17180F954A}" destId="{E00ADC54-ABB5-4E7A-ADD0-6D53EFEFA096}" srcOrd="2" destOrd="0" presId="urn:microsoft.com/office/officeart/2008/layout/CircleAccentTimeline"/>
    <dgm:cxn modelId="{3EF8F7FA-8F93-4A70-8C71-14C461FB7129}" type="presParOf" srcId="{D7D62FCF-3727-44ED-B5AF-B0E7F82CEA3C}" destId="{0F623E82-9181-46D8-9903-01BBC956A2BA}" srcOrd="16" destOrd="0" presId="urn:microsoft.com/office/officeart/2008/layout/CircleAccentTimeline"/>
    <dgm:cxn modelId="{09EDFC96-4338-4136-9378-F930A9A0598F}" type="presParOf" srcId="{D7D62FCF-3727-44ED-B5AF-B0E7F82CEA3C}" destId="{A9140685-2D85-44FA-ACBB-026A9FD9AE9B}" srcOrd="17" destOrd="0" presId="urn:microsoft.com/office/officeart/2008/layout/CircleAccentTimeline"/>
    <dgm:cxn modelId="{56D43492-FDAF-44B1-A85F-C321A5332A30}" type="presParOf" srcId="{D7D62FCF-3727-44ED-B5AF-B0E7F82CEA3C}" destId="{BB3CE3E4-C6D7-475B-909D-3986A22C3CB1}" srcOrd="18" destOrd="0" presId="urn:microsoft.com/office/officeart/2008/layout/CircleAccentTimeline"/>
    <dgm:cxn modelId="{3C5E6C1A-8E62-473F-AC04-94C9368A30B1}" type="presParOf" srcId="{D7D62FCF-3727-44ED-B5AF-B0E7F82CEA3C}" destId="{8F62C312-324A-48DC-83DE-AD190CCA3D74}" srcOrd="19" destOrd="0" presId="urn:microsoft.com/office/officeart/2008/layout/CircleAccentTimeline"/>
    <dgm:cxn modelId="{B0EAF65E-2E7B-4EA3-AB0D-7B3351B46AF7}" type="presParOf" srcId="{8F62C312-324A-48DC-83DE-AD190CCA3D74}" destId="{344CB11B-96D5-4D30-A31F-695542A0FD21}" srcOrd="0" destOrd="0" presId="urn:microsoft.com/office/officeart/2008/layout/CircleAccentTimeline"/>
    <dgm:cxn modelId="{519EE2FA-23BE-4EB9-9EF2-54F5C7E72295}" type="presParOf" srcId="{8F62C312-324A-48DC-83DE-AD190CCA3D74}" destId="{61D81315-6423-4873-B1AC-2B769F08321D}" srcOrd="1" destOrd="0" presId="urn:microsoft.com/office/officeart/2008/layout/CircleAccentTimeline"/>
    <dgm:cxn modelId="{256A8FF7-1588-4C91-B9A4-31E68A357C05}" type="presParOf" srcId="{8F62C312-324A-48DC-83DE-AD190CCA3D74}" destId="{5EDB9791-112C-4AED-BF5B-A44BFDC33C88}" srcOrd="2" destOrd="0" presId="urn:microsoft.com/office/officeart/2008/layout/CircleAccentTimeline"/>
    <dgm:cxn modelId="{7C98CCA1-3C54-48B0-BBAD-96E7D37322C2}" type="presParOf" srcId="{D7D62FCF-3727-44ED-B5AF-B0E7F82CEA3C}" destId="{AF5DE9F8-D2C8-4A9A-A55A-7CE385451857}" srcOrd="20" destOrd="0" presId="urn:microsoft.com/office/officeart/2008/layout/CircleAccentTimeline"/>
    <dgm:cxn modelId="{49706342-35FB-45DA-B99C-87BA1DE77D8A}" type="presParOf" srcId="{D7D62FCF-3727-44ED-B5AF-B0E7F82CEA3C}" destId="{ED8A4D28-883A-4273-8FFE-AE3F2C2B7525}" srcOrd="21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1AB575-9819-44AE-A3C8-CF9F48AF704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14322778-163D-4F0A-9B5F-EB58CA9F67B9}">
      <dgm:prSet phldrT="[文本]" phldr="1"/>
      <dgm:spPr/>
      <dgm:t>
        <a:bodyPr/>
        <a:p>
          <a:endParaRPr lang="zh-CN" altLang="en-US"/>
        </a:p>
      </dgm:t>
    </dgm:pt>
    <dgm:pt modelId="{049FCEFD-8BEC-4A84-B713-756DEB67BE74}" cxnId="{AB439D0A-67F0-4959-9204-B52A21A44B67}" type="parTrans">
      <dgm:prSet/>
      <dgm:spPr/>
      <dgm:t>
        <a:bodyPr/>
        <a:p>
          <a:endParaRPr lang="zh-CN" altLang="en-US"/>
        </a:p>
      </dgm:t>
    </dgm:pt>
    <dgm:pt modelId="{001A1D7E-C84D-4C4A-9501-750C432E1A7A}" cxnId="{AB439D0A-67F0-4959-9204-B52A21A44B67}" type="sibTrans">
      <dgm:prSet/>
      <dgm:spPr/>
      <dgm:t>
        <a:bodyPr/>
        <a:p>
          <a:endParaRPr lang="zh-CN" altLang="en-US"/>
        </a:p>
      </dgm:t>
    </dgm:pt>
    <dgm:pt modelId="{7D3B3AE4-9E7C-4833-B466-CF7479A9F4E4}" type="asst">
      <dgm:prSet phldrT="[文本]" phldr="1"/>
      <dgm:spPr/>
      <dgm:t>
        <a:bodyPr/>
        <a:p>
          <a:endParaRPr lang="zh-CN" altLang="en-US"/>
        </a:p>
      </dgm:t>
    </dgm:pt>
    <dgm:pt modelId="{8D1294C6-F181-4142-BD98-32A0ECCFFE81}" cxnId="{E56661E4-0381-472D-8B4D-B366D47BE33B}" type="parTrans">
      <dgm:prSet/>
      <dgm:spPr/>
      <dgm:t>
        <a:bodyPr/>
        <a:p>
          <a:endParaRPr lang="zh-CN" altLang="en-US"/>
        </a:p>
      </dgm:t>
    </dgm:pt>
    <dgm:pt modelId="{3850E568-9F5E-4208-9EA4-7852BE5B61EB}" cxnId="{E56661E4-0381-472D-8B4D-B366D47BE33B}" type="sibTrans">
      <dgm:prSet/>
      <dgm:spPr/>
      <dgm:t>
        <a:bodyPr/>
        <a:p>
          <a:endParaRPr lang="zh-CN" altLang="en-US"/>
        </a:p>
      </dgm:t>
    </dgm:pt>
    <dgm:pt modelId="{B23BDBAB-7CD7-4894-9889-9982FBB58222}">
      <dgm:prSet phldrT="[文本]" phldr="1"/>
      <dgm:spPr/>
      <dgm:t>
        <a:bodyPr/>
        <a:p>
          <a:endParaRPr lang="zh-CN" altLang="en-US"/>
        </a:p>
      </dgm:t>
    </dgm:pt>
    <dgm:pt modelId="{069F0FE3-2073-4DA6-A046-620CBA73F9DD}" cxnId="{D8258EC3-9A99-447C-8616-79E1A151AEFA}" type="parTrans">
      <dgm:prSet/>
      <dgm:spPr/>
      <dgm:t>
        <a:bodyPr/>
        <a:p>
          <a:endParaRPr lang="zh-CN" altLang="en-US"/>
        </a:p>
      </dgm:t>
    </dgm:pt>
    <dgm:pt modelId="{24E385A5-1509-4EDB-9628-A18777C52ADB}" cxnId="{D8258EC3-9A99-447C-8616-79E1A151AEFA}" type="sibTrans">
      <dgm:prSet/>
      <dgm:spPr/>
      <dgm:t>
        <a:bodyPr/>
        <a:p>
          <a:endParaRPr lang="zh-CN" altLang="en-US"/>
        </a:p>
      </dgm:t>
    </dgm:pt>
    <dgm:pt modelId="{35BA20EC-4436-4F03-99F0-D02FB533DF93}">
      <dgm:prSet phldrT="[文本]" phldr="1"/>
      <dgm:spPr/>
      <dgm:t>
        <a:bodyPr/>
        <a:p>
          <a:endParaRPr lang="zh-CN" altLang="en-US"/>
        </a:p>
      </dgm:t>
    </dgm:pt>
    <dgm:pt modelId="{F5D260A9-D87F-4A8C-A803-E32A03FA54A8}" cxnId="{524B940F-9867-4DF1-94AB-6ED92AC116EB}" type="parTrans">
      <dgm:prSet/>
      <dgm:spPr/>
      <dgm:t>
        <a:bodyPr/>
        <a:p>
          <a:endParaRPr lang="zh-CN" altLang="en-US"/>
        </a:p>
      </dgm:t>
    </dgm:pt>
    <dgm:pt modelId="{B0DE14E6-70B7-432F-B0C8-7C4FBCA43CF8}" cxnId="{524B940F-9867-4DF1-94AB-6ED92AC116EB}" type="sibTrans">
      <dgm:prSet/>
      <dgm:spPr/>
      <dgm:t>
        <a:bodyPr/>
        <a:p>
          <a:endParaRPr lang="zh-CN" altLang="en-US"/>
        </a:p>
      </dgm:t>
    </dgm:pt>
    <dgm:pt modelId="{0AFCEB4D-5FD9-40AA-9C98-BEB53164F8B5}">
      <dgm:prSet phldrT="[文本]" phldr="1"/>
      <dgm:spPr/>
      <dgm:t>
        <a:bodyPr/>
        <a:p>
          <a:endParaRPr lang="zh-CN" altLang="en-US"/>
        </a:p>
      </dgm:t>
    </dgm:pt>
    <dgm:pt modelId="{8E4D68ED-D6C3-4541-8CCC-D13A3C57CDAE}" cxnId="{713835C8-D745-4D20-856C-F34B369562C1}" type="parTrans">
      <dgm:prSet/>
      <dgm:spPr/>
      <dgm:t>
        <a:bodyPr/>
        <a:p>
          <a:endParaRPr lang="zh-CN" altLang="en-US"/>
        </a:p>
      </dgm:t>
    </dgm:pt>
    <dgm:pt modelId="{A5DD02C9-8B93-43BE-BEAD-B781857F3C97}" cxnId="{713835C8-D745-4D20-856C-F34B369562C1}" type="sibTrans">
      <dgm:prSet/>
      <dgm:spPr/>
      <dgm:t>
        <a:bodyPr/>
        <a:p>
          <a:endParaRPr lang="zh-CN" altLang="en-US"/>
        </a:p>
      </dgm:t>
    </dgm:pt>
    <dgm:pt modelId="{EFC6FE94-E4EE-4C2C-BA29-A15E851085D1}" type="pres">
      <dgm:prSet presAssocID="{1E1AB575-9819-44AE-A3C8-CF9F48AF70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178AF7-38BF-46F0-872E-DD2EC9579ACD}" type="pres">
      <dgm:prSet presAssocID="{14322778-163D-4F0A-9B5F-EB58CA9F67B9}" presName="hierRoot1" presStyleCnt="0">
        <dgm:presLayoutVars>
          <dgm:hierBranch val="init"/>
        </dgm:presLayoutVars>
      </dgm:prSet>
      <dgm:spPr/>
    </dgm:pt>
    <dgm:pt modelId="{E1557E32-7B61-4EDE-95EF-0D58B9354D11}" type="pres">
      <dgm:prSet presAssocID="{14322778-163D-4F0A-9B5F-EB58CA9F67B9}" presName="rootComposite1" presStyleCnt="0"/>
      <dgm:spPr/>
    </dgm:pt>
    <dgm:pt modelId="{8C1C4E3F-F5AF-4B85-84B6-1C435203C46E}" type="pres">
      <dgm:prSet presAssocID="{14322778-163D-4F0A-9B5F-EB58CA9F67B9}" presName="rootText1" presStyleLbl="node0" presStyleIdx="0" presStyleCnt="1">
        <dgm:presLayoutVars>
          <dgm:chMax/>
          <dgm:chPref val="3"/>
        </dgm:presLayoutVars>
      </dgm:prSet>
      <dgm:spPr/>
    </dgm:pt>
    <dgm:pt modelId="{762CCF6A-7E9D-4EDB-9E54-D9FAE571A19D}" type="pres">
      <dgm:prSet presAssocID="{14322778-163D-4F0A-9B5F-EB58CA9F67B9}" presName="titleText1" presStyleLbl="fgAcc0" presStyleIdx="0" presStyleCnt="1">
        <dgm:presLayoutVars>
          <dgm:chMax val="0"/>
          <dgm:chPref val="0"/>
        </dgm:presLayoutVars>
      </dgm:prSet>
      <dgm:spPr/>
    </dgm:pt>
    <dgm:pt modelId="{8835CE7C-4999-45BF-A08E-804F51E6EA70}" type="pres">
      <dgm:prSet presAssocID="{14322778-163D-4F0A-9B5F-EB58CA9F67B9}" presName="rootConnector1" presStyleLbl="node1" presStyleIdx="0" presStyleCnt="3"/>
      <dgm:spPr/>
    </dgm:pt>
    <dgm:pt modelId="{3F9AAE26-3EC0-42FD-87C9-89F57111CE0F}" type="pres">
      <dgm:prSet presAssocID="{14322778-163D-4F0A-9B5F-EB58CA9F67B9}" presName="hierChild2" presStyleCnt="0"/>
      <dgm:spPr/>
    </dgm:pt>
    <dgm:pt modelId="{718839F4-5F33-40A2-A382-014B6988DEE6}" type="pres">
      <dgm:prSet presAssocID="{069F0FE3-2073-4DA6-A046-620CBA73F9DD}" presName="Name37" presStyleLbl="parChTrans1D2" presStyleIdx="0" presStyleCnt="4"/>
      <dgm:spPr/>
    </dgm:pt>
    <dgm:pt modelId="{6763154A-A931-4ABD-A0A8-FAE037781744}" type="pres">
      <dgm:prSet presAssocID="{B23BDBAB-7CD7-4894-9889-9982FBB58222}" presName="hierRoot2" presStyleCnt="0">
        <dgm:presLayoutVars>
          <dgm:hierBranch val="init"/>
        </dgm:presLayoutVars>
      </dgm:prSet>
      <dgm:spPr/>
    </dgm:pt>
    <dgm:pt modelId="{66919ACB-F4A9-4BD6-9F10-3617841265D9}" type="pres">
      <dgm:prSet presAssocID="{B23BDBAB-7CD7-4894-9889-9982FBB58222}" presName="rootComposite" presStyleCnt="0"/>
      <dgm:spPr/>
    </dgm:pt>
    <dgm:pt modelId="{1FF320CD-7DB9-46B7-A6B1-F3041721A93F}" type="pres">
      <dgm:prSet presAssocID="{B23BDBAB-7CD7-4894-9889-9982FBB58222}" presName="rootText" presStyleLbl="node1" presStyleIdx="0" presStyleCnt="3">
        <dgm:presLayoutVars>
          <dgm:chMax/>
          <dgm:chPref val="3"/>
        </dgm:presLayoutVars>
      </dgm:prSet>
      <dgm:spPr/>
    </dgm:pt>
    <dgm:pt modelId="{E6F0AE28-9371-461F-A883-B8A4242ECF62}" type="pres">
      <dgm:prSet presAssocID="{B23BDBAB-7CD7-4894-9889-9982FBB58222}" presName="titleText2" presStyleLbl="fgAcc1" presStyleIdx="0" presStyleCnt="3">
        <dgm:presLayoutVars>
          <dgm:chMax val="0"/>
          <dgm:chPref val="0"/>
        </dgm:presLayoutVars>
      </dgm:prSet>
      <dgm:spPr/>
    </dgm:pt>
    <dgm:pt modelId="{0DE9192D-CC1A-4FDF-A14D-4C596628FF8D}" type="pres">
      <dgm:prSet presAssocID="{B23BDBAB-7CD7-4894-9889-9982FBB58222}" presName="rootConnector" presStyleLbl="node2" presStyleIdx="0" presStyleCnt="0"/>
      <dgm:spPr/>
    </dgm:pt>
    <dgm:pt modelId="{BEE60A96-E770-4946-B49E-87826921E70B}" type="pres">
      <dgm:prSet presAssocID="{B23BDBAB-7CD7-4894-9889-9982FBB58222}" presName="hierChild4" presStyleCnt="0"/>
      <dgm:spPr/>
    </dgm:pt>
    <dgm:pt modelId="{0D4B7D88-8C41-482B-97F9-3231D4364E4F}" type="pres">
      <dgm:prSet presAssocID="{B23BDBAB-7CD7-4894-9889-9982FBB58222}" presName="hierChild5" presStyleCnt="0"/>
      <dgm:spPr/>
    </dgm:pt>
    <dgm:pt modelId="{DD5DED7F-8891-488E-92AE-07EF36D3E8E1}" type="pres">
      <dgm:prSet presAssocID="{F5D260A9-D87F-4A8C-A803-E32A03FA54A8}" presName="Name37" presStyleLbl="parChTrans1D2" presStyleIdx="1" presStyleCnt="4"/>
      <dgm:spPr/>
    </dgm:pt>
    <dgm:pt modelId="{2263782B-5276-4F5B-9B7E-5863E0882CFD}" type="pres">
      <dgm:prSet presAssocID="{35BA20EC-4436-4F03-99F0-D02FB533DF93}" presName="hierRoot2" presStyleCnt="0">
        <dgm:presLayoutVars>
          <dgm:hierBranch val="init"/>
        </dgm:presLayoutVars>
      </dgm:prSet>
      <dgm:spPr/>
    </dgm:pt>
    <dgm:pt modelId="{69BF0A15-7955-4651-BC91-8F6B6E0521A8}" type="pres">
      <dgm:prSet presAssocID="{35BA20EC-4436-4F03-99F0-D02FB533DF93}" presName="rootComposite" presStyleCnt="0"/>
      <dgm:spPr/>
    </dgm:pt>
    <dgm:pt modelId="{62F13039-777B-430B-9535-AC519AF52769}" type="pres">
      <dgm:prSet presAssocID="{35BA20EC-4436-4F03-99F0-D02FB533DF93}" presName="rootText" presStyleLbl="node1" presStyleIdx="1" presStyleCnt="3">
        <dgm:presLayoutVars>
          <dgm:chMax/>
          <dgm:chPref val="3"/>
        </dgm:presLayoutVars>
      </dgm:prSet>
      <dgm:spPr/>
    </dgm:pt>
    <dgm:pt modelId="{0A1FBB09-9851-427E-B78F-4234A909FBD1}" type="pres">
      <dgm:prSet presAssocID="{35BA20EC-4436-4F03-99F0-D02FB533DF93}" presName="titleText2" presStyleLbl="fgAcc1" presStyleIdx="1" presStyleCnt="3">
        <dgm:presLayoutVars>
          <dgm:chMax val="0"/>
          <dgm:chPref val="0"/>
        </dgm:presLayoutVars>
      </dgm:prSet>
      <dgm:spPr/>
    </dgm:pt>
    <dgm:pt modelId="{0F9735B2-7810-446E-9C1C-8B8F5662B9C2}" type="pres">
      <dgm:prSet presAssocID="{35BA20EC-4436-4F03-99F0-D02FB533DF93}" presName="rootConnector" presStyleLbl="node2" presStyleIdx="0" presStyleCnt="0"/>
      <dgm:spPr/>
    </dgm:pt>
    <dgm:pt modelId="{27D3FA01-0870-49E6-9044-9E6DFBE81345}" type="pres">
      <dgm:prSet presAssocID="{35BA20EC-4436-4F03-99F0-D02FB533DF93}" presName="hierChild4" presStyleCnt="0"/>
      <dgm:spPr/>
    </dgm:pt>
    <dgm:pt modelId="{492CD37F-356F-40DF-86E3-5FA103BA609E}" type="pres">
      <dgm:prSet presAssocID="{35BA20EC-4436-4F03-99F0-D02FB533DF93}" presName="hierChild5" presStyleCnt="0"/>
      <dgm:spPr/>
    </dgm:pt>
    <dgm:pt modelId="{1A946EA8-F83D-4427-92BE-0B956CB3DD9E}" type="pres">
      <dgm:prSet presAssocID="{8E4D68ED-D6C3-4541-8CCC-D13A3C57CDAE}" presName="Name37" presStyleLbl="parChTrans1D2" presStyleIdx="2" presStyleCnt="4"/>
      <dgm:spPr/>
    </dgm:pt>
    <dgm:pt modelId="{D19A8A2F-1F8D-42C1-9AD8-BC04ED1825AF}" type="pres">
      <dgm:prSet presAssocID="{0AFCEB4D-5FD9-40AA-9C98-BEB53164F8B5}" presName="hierRoot2" presStyleCnt="0">
        <dgm:presLayoutVars>
          <dgm:hierBranch val="init"/>
        </dgm:presLayoutVars>
      </dgm:prSet>
      <dgm:spPr/>
    </dgm:pt>
    <dgm:pt modelId="{DE9838F7-A322-4043-AA32-3AC64EAF133F}" type="pres">
      <dgm:prSet presAssocID="{0AFCEB4D-5FD9-40AA-9C98-BEB53164F8B5}" presName="rootComposite" presStyleCnt="0"/>
      <dgm:spPr/>
    </dgm:pt>
    <dgm:pt modelId="{B7F3A97F-21F7-4A6A-B36E-9C442CAB2286}" type="pres">
      <dgm:prSet presAssocID="{0AFCEB4D-5FD9-40AA-9C98-BEB53164F8B5}" presName="rootText" presStyleLbl="node1" presStyleIdx="2" presStyleCnt="3">
        <dgm:presLayoutVars>
          <dgm:chMax/>
          <dgm:chPref val="3"/>
        </dgm:presLayoutVars>
      </dgm:prSet>
      <dgm:spPr/>
    </dgm:pt>
    <dgm:pt modelId="{3F24E7E4-7245-46F2-B4E6-DB96355425B0}" type="pres">
      <dgm:prSet presAssocID="{0AFCEB4D-5FD9-40AA-9C98-BEB53164F8B5}" presName="titleText2" presStyleLbl="fgAcc1" presStyleIdx="2" presStyleCnt="3">
        <dgm:presLayoutVars>
          <dgm:chMax val="0"/>
          <dgm:chPref val="0"/>
        </dgm:presLayoutVars>
      </dgm:prSet>
      <dgm:spPr/>
    </dgm:pt>
    <dgm:pt modelId="{73371953-1658-44A2-A35F-26AA74EBE13A}" type="pres">
      <dgm:prSet presAssocID="{0AFCEB4D-5FD9-40AA-9C98-BEB53164F8B5}" presName="rootConnector" presStyleLbl="node2" presStyleIdx="0" presStyleCnt="0"/>
      <dgm:spPr/>
    </dgm:pt>
    <dgm:pt modelId="{8CAB3E70-A603-41BF-87EE-82E476E61ABE}" type="pres">
      <dgm:prSet presAssocID="{0AFCEB4D-5FD9-40AA-9C98-BEB53164F8B5}" presName="hierChild4" presStyleCnt="0"/>
      <dgm:spPr/>
    </dgm:pt>
    <dgm:pt modelId="{09D68F49-147A-4DB3-A591-A080B7BC1AF2}" type="pres">
      <dgm:prSet presAssocID="{0AFCEB4D-5FD9-40AA-9C98-BEB53164F8B5}" presName="hierChild5" presStyleCnt="0"/>
      <dgm:spPr/>
    </dgm:pt>
    <dgm:pt modelId="{9EC9AE1D-6D2B-4C5A-B8F4-9B1B28201C71}" type="pres">
      <dgm:prSet presAssocID="{14322778-163D-4F0A-9B5F-EB58CA9F67B9}" presName="hierChild3" presStyleCnt="0"/>
      <dgm:spPr/>
    </dgm:pt>
    <dgm:pt modelId="{EF63BCAB-0A8D-415A-8503-FDCCA09E3AC1}" type="pres">
      <dgm:prSet presAssocID="{8D1294C6-F181-4142-BD98-32A0ECCFFE81}" presName="Name96" presStyleLbl="parChTrans1D2" presStyleIdx="3" presStyleCnt="4"/>
      <dgm:spPr/>
    </dgm:pt>
    <dgm:pt modelId="{E599C5DF-E9CE-4F13-9373-2BA337829EBD}" type="pres">
      <dgm:prSet presAssocID="{7D3B3AE4-9E7C-4833-B466-CF7479A9F4E4}" presName="hierRoot3" presStyleCnt="0">
        <dgm:presLayoutVars>
          <dgm:hierBranch val="init"/>
        </dgm:presLayoutVars>
      </dgm:prSet>
      <dgm:spPr/>
    </dgm:pt>
    <dgm:pt modelId="{BC7863DA-7DB1-4FE6-970A-E5192BCED93A}" type="pres">
      <dgm:prSet presAssocID="{7D3B3AE4-9E7C-4833-B466-CF7479A9F4E4}" presName="rootComposite3" presStyleCnt="0"/>
      <dgm:spPr/>
    </dgm:pt>
    <dgm:pt modelId="{350D9D2F-78CB-4CE5-9249-1D64BDB6607E}" type="pres">
      <dgm:prSet presAssocID="{7D3B3AE4-9E7C-4833-B466-CF7479A9F4E4}" presName="rootText3" presStyleLbl="asst1" presStyleIdx="0" presStyleCnt="1">
        <dgm:presLayoutVars>
          <dgm:chPref val="3"/>
        </dgm:presLayoutVars>
      </dgm:prSet>
      <dgm:spPr/>
    </dgm:pt>
    <dgm:pt modelId="{9C2EB2A2-F56E-4272-9D43-DC832B00F2D3}" type="pres">
      <dgm:prSet presAssocID="{7D3B3AE4-9E7C-4833-B466-CF7479A9F4E4}" presName="titleText3" presStyleLbl="fgAcc2" presStyleIdx="0" presStyleCnt="1">
        <dgm:presLayoutVars>
          <dgm:chMax val="0"/>
          <dgm:chPref val="0"/>
        </dgm:presLayoutVars>
      </dgm:prSet>
      <dgm:spPr/>
    </dgm:pt>
    <dgm:pt modelId="{F4F3E2FB-D015-4B83-9127-89E591B8D58D}" type="pres">
      <dgm:prSet presAssocID="{7D3B3AE4-9E7C-4833-B466-CF7479A9F4E4}" presName="rootConnector3" presStyleLbl="asst1" presStyleIdx="0" presStyleCnt="1"/>
      <dgm:spPr/>
    </dgm:pt>
    <dgm:pt modelId="{127F8015-9BAB-4E07-99F8-457D4F6F22DD}" type="pres">
      <dgm:prSet presAssocID="{7D3B3AE4-9E7C-4833-B466-CF7479A9F4E4}" presName="hierChild6" presStyleCnt="0"/>
      <dgm:spPr/>
    </dgm:pt>
    <dgm:pt modelId="{E4FEB4AE-8EF7-491A-AF74-404FC309446F}" type="pres">
      <dgm:prSet presAssocID="{7D3B3AE4-9E7C-4833-B466-CF7479A9F4E4}" presName="hierChild7" presStyleCnt="0"/>
      <dgm:spPr/>
    </dgm:pt>
  </dgm:ptLst>
  <dgm:cxnLst>
    <dgm:cxn modelId="{44837242-4678-46CC-B0B0-1BA4B24FEBDC}" type="presOf" srcId="{35BA20EC-4436-4F03-99F0-D02FB533DF93}" destId="{0F9735B2-7810-446E-9C1C-8B8F5662B9C2}" srcOrd="1" destOrd="0" presId="urn:microsoft.com/office/officeart/2008/layout/NameandTitleOrganizationalChart"/>
    <dgm:cxn modelId="{496657E9-C537-493B-AA6E-5E7754ED0BE8}" type="presOf" srcId="{0AFCEB4D-5FD9-40AA-9C98-BEB53164F8B5}" destId="{73371953-1658-44A2-A35F-26AA74EBE13A}" srcOrd="1" destOrd="0" presId="urn:microsoft.com/office/officeart/2008/layout/NameandTitleOrganizationalChart"/>
    <dgm:cxn modelId="{251408DA-64C9-4991-BB19-E3A03B298BFE}" type="presOf" srcId="{001A1D7E-C84D-4C4A-9501-750C432E1A7A}" destId="{762CCF6A-7E9D-4EDB-9E54-D9FAE571A19D}" srcOrd="0" destOrd="0" presId="urn:microsoft.com/office/officeart/2008/layout/NameandTitleOrganizationalChart"/>
    <dgm:cxn modelId="{1189592C-65A8-4CE4-A05A-F138F3E417CC}" type="presOf" srcId="{B23BDBAB-7CD7-4894-9889-9982FBB58222}" destId="{0DE9192D-CC1A-4FDF-A14D-4C596628FF8D}" srcOrd="1" destOrd="0" presId="urn:microsoft.com/office/officeart/2008/layout/NameandTitleOrganizationalChart"/>
    <dgm:cxn modelId="{E90508C2-5F03-4803-BB23-827F2933E867}" type="presOf" srcId="{24E385A5-1509-4EDB-9628-A18777C52ADB}" destId="{E6F0AE28-9371-461F-A883-B8A4242ECF62}" srcOrd="0" destOrd="0" presId="urn:microsoft.com/office/officeart/2008/layout/NameandTitleOrganizationalChart"/>
    <dgm:cxn modelId="{013C466C-F41D-4281-9C94-33FDF85816E6}" type="presOf" srcId="{14322778-163D-4F0A-9B5F-EB58CA9F67B9}" destId="{8835CE7C-4999-45BF-A08E-804F51E6EA70}" srcOrd="1" destOrd="0" presId="urn:microsoft.com/office/officeart/2008/layout/NameandTitleOrganizationalChart"/>
    <dgm:cxn modelId="{C52BD700-4987-4C84-8607-2AD8D758CDAB}" type="presOf" srcId="{1E1AB575-9819-44AE-A3C8-CF9F48AF704E}" destId="{EFC6FE94-E4EE-4C2C-BA29-A15E851085D1}" srcOrd="0" destOrd="0" presId="urn:microsoft.com/office/officeart/2008/layout/NameandTitleOrganizationalChart"/>
    <dgm:cxn modelId="{37DBB92F-19E4-49FE-94E7-6AEAF3F686E4}" type="presOf" srcId="{7D3B3AE4-9E7C-4833-B466-CF7479A9F4E4}" destId="{350D9D2F-78CB-4CE5-9249-1D64BDB6607E}" srcOrd="0" destOrd="0" presId="urn:microsoft.com/office/officeart/2008/layout/NameandTitleOrganizationalChart"/>
    <dgm:cxn modelId="{4F1B2D93-8545-4D77-9BA8-9644015FB6C0}" type="presOf" srcId="{14322778-163D-4F0A-9B5F-EB58CA9F67B9}" destId="{8C1C4E3F-F5AF-4B85-84B6-1C435203C46E}" srcOrd="0" destOrd="0" presId="urn:microsoft.com/office/officeart/2008/layout/NameandTitleOrganizationalChart"/>
    <dgm:cxn modelId="{AE829DF6-98E7-496F-8ADC-79E3846355B2}" type="presOf" srcId="{35BA20EC-4436-4F03-99F0-D02FB533DF93}" destId="{62F13039-777B-430B-9535-AC519AF52769}" srcOrd="0" destOrd="0" presId="urn:microsoft.com/office/officeart/2008/layout/NameandTitleOrganizationalChart"/>
    <dgm:cxn modelId="{FF8E25A7-EB34-4643-9A85-60BF582DE2D7}" type="presOf" srcId="{3850E568-9F5E-4208-9EA4-7852BE5B61EB}" destId="{9C2EB2A2-F56E-4272-9D43-DC832B00F2D3}" srcOrd="0" destOrd="0" presId="urn:microsoft.com/office/officeart/2008/layout/NameandTitleOrganizationalChart"/>
    <dgm:cxn modelId="{9F8E1F8D-EB9F-416C-9ED3-E323F17AEF9D}" type="presOf" srcId="{069F0FE3-2073-4DA6-A046-620CBA73F9DD}" destId="{718839F4-5F33-40A2-A382-014B6988DEE6}" srcOrd="0" destOrd="0" presId="urn:microsoft.com/office/officeart/2008/layout/NameandTitleOrganizationalChart"/>
    <dgm:cxn modelId="{FC60CC3A-B67E-4FB7-9589-48252FDF0995}" type="presOf" srcId="{B23BDBAB-7CD7-4894-9889-9982FBB58222}" destId="{1FF320CD-7DB9-46B7-A6B1-F3041721A93F}" srcOrd="0" destOrd="0" presId="urn:microsoft.com/office/officeart/2008/layout/NameandTitleOrganizationalChart"/>
    <dgm:cxn modelId="{524B940F-9867-4DF1-94AB-6ED92AC116EB}" srcId="{14322778-163D-4F0A-9B5F-EB58CA9F67B9}" destId="{35BA20EC-4436-4F03-99F0-D02FB533DF93}" srcOrd="2" destOrd="0" parTransId="{F5D260A9-D87F-4A8C-A803-E32A03FA54A8}" sibTransId="{B0DE14E6-70B7-432F-B0C8-7C4FBCA43CF8}"/>
    <dgm:cxn modelId="{6D8F8517-4AE8-4CA0-9E89-F61E421C768C}" type="presOf" srcId="{8D1294C6-F181-4142-BD98-32A0ECCFFE81}" destId="{EF63BCAB-0A8D-415A-8503-FDCCA09E3AC1}" srcOrd="0" destOrd="0" presId="urn:microsoft.com/office/officeart/2008/layout/NameandTitleOrganizationalChart"/>
    <dgm:cxn modelId="{41C3A8E8-A384-4A91-9271-AB3EDB512AC2}" type="presOf" srcId="{B0DE14E6-70B7-432F-B0C8-7C4FBCA43CF8}" destId="{0A1FBB09-9851-427E-B78F-4234A909FBD1}" srcOrd="0" destOrd="0" presId="urn:microsoft.com/office/officeart/2008/layout/NameandTitleOrganizationalChart"/>
    <dgm:cxn modelId="{D8258EC3-9A99-447C-8616-79E1A151AEFA}" srcId="{14322778-163D-4F0A-9B5F-EB58CA9F67B9}" destId="{B23BDBAB-7CD7-4894-9889-9982FBB58222}" srcOrd="1" destOrd="0" parTransId="{069F0FE3-2073-4DA6-A046-620CBA73F9DD}" sibTransId="{24E385A5-1509-4EDB-9628-A18777C52ADB}"/>
    <dgm:cxn modelId="{631744B9-AD16-4205-A260-B1D00BCF5CC2}" type="presOf" srcId="{7D3B3AE4-9E7C-4833-B466-CF7479A9F4E4}" destId="{F4F3E2FB-D015-4B83-9127-89E591B8D58D}" srcOrd="1" destOrd="0" presId="urn:microsoft.com/office/officeart/2008/layout/NameandTitleOrganizationalChart"/>
    <dgm:cxn modelId="{81658900-26F6-419F-AAC3-F815648F98E6}" type="presOf" srcId="{A5DD02C9-8B93-43BE-BEAD-B781857F3C97}" destId="{3F24E7E4-7245-46F2-B4E6-DB96355425B0}" srcOrd="0" destOrd="0" presId="urn:microsoft.com/office/officeart/2008/layout/NameandTitleOrganizationalChart"/>
    <dgm:cxn modelId="{AB439D0A-67F0-4959-9204-B52A21A44B67}" srcId="{1E1AB575-9819-44AE-A3C8-CF9F48AF704E}" destId="{14322778-163D-4F0A-9B5F-EB58CA9F67B9}" srcOrd="0" destOrd="0" parTransId="{049FCEFD-8BEC-4A84-B713-756DEB67BE74}" sibTransId="{001A1D7E-C84D-4C4A-9501-750C432E1A7A}"/>
    <dgm:cxn modelId="{713835C8-D745-4D20-856C-F34B369562C1}" srcId="{14322778-163D-4F0A-9B5F-EB58CA9F67B9}" destId="{0AFCEB4D-5FD9-40AA-9C98-BEB53164F8B5}" srcOrd="3" destOrd="0" parTransId="{8E4D68ED-D6C3-4541-8CCC-D13A3C57CDAE}" sibTransId="{A5DD02C9-8B93-43BE-BEAD-B781857F3C97}"/>
    <dgm:cxn modelId="{E1B3E91F-4594-4599-A190-B1E5F83CF527}" type="presOf" srcId="{F5D260A9-D87F-4A8C-A803-E32A03FA54A8}" destId="{DD5DED7F-8891-488E-92AE-07EF36D3E8E1}" srcOrd="0" destOrd="0" presId="urn:microsoft.com/office/officeart/2008/layout/NameandTitleOrganizationalChart"/>
    <dgm:cxn modelId="{0AF81F0C-6913-4E4A-8CF1-F186DF203B69}" type="presOf" srcId="{8E4D68ED-D6C3-4541-8CCC-D13A3C57CDAE}" destId="{1A946EA8-F83D-4427-92BE-0B956CB3DD9E}" srcOrd="0" destOrd="0" presId="urn:microsoft.com/office/officeart/2008/layout/NameandTitleOrganizationalChart"/>
    <dgm:cxn modelId="{E56661E4-0381-472D-8B4D-B366D47BE33B}" srcId="{14322778-163D-4F0A-9B5F-EB58CA9F67B9}" destId="{7D3B3AE4-9E7C-4833-B466-CF7479A9F4E4}" srcOrd="0" destOrd="0" parTransId="{8D1294C6-F181-4142-BD98-32A0ECCFFE81}" sibTransId="{3850E568-9F5E-4208-9EA4-7852BE5B61EB}"/>
    <dgm:cxn modelId="{F8C1D70C-DC1C-4974-9157-56152B9FD850}" type="presOf" srcId="{0AFCEB4D-5FD9-40AA-9C98-BEB53164F8B5}" destId="{B7F3A97F-21F7-4A6A-B36E-9C442CAB2286}" srcOrd="0" destOrd="0" presId="urn:microsoft.com/office/officeart/2008/layout/NameandTitleOrganizationalChart"/>
    <dgm:cxn modelId="{CAF0F83B-53A4-4120-8320-CB7C7534EE05}" type="presParOf" srcId="{EFC6FE94-E4EE-4C2C-BA29-A15E851085D1}" destId="{81178AF7-38BF-46F0-872E-DD2EC9579ACD}" srcOrd="0" destOrd="0" presId="urn:microsoft.com/office/officeart/2008/layout/NameandTitleOrganizationalChart"/>
    <dgm:cxn modelId="{0378C47F-EF7E-402D-B8A9-BF9BAE347B7A}" type="presParOf" srcId="{81178AF7-38BF-46F0-872E-DD2EC9579ACD}" destId="{E1557E32-7B61-4EDE-95EF-0D58B9354D11}" srcOrd="0" destOrd="0" presId="urn:microsoft.com/office/officeart/2008/layout/NameandTitleOrganizationalChart"/>
    <dgm:cxn modelId="{6C14340F-AFE6-478D-B948-4A8CA3A0CB2A}" type="presParOf" srcId="{E1557E32-7B61-4EDE-95EF-0D58B9354D11}" destId="{8C1C4E3F-F5AF-4B85-84B6-1C435203C46E}" srcOrd="0" destOrd="0" presId="urn:microsoft.com/office/officeart/2008/layout/NameandTitleOrganizationalChart"/>
    <dgm:cxn modelId="{18137D88-0AE9-4D63-AA3D-61AC7D65BB10}" type="presParOf" srcId="{E1557E32-7B61-4EDE-95EF-0D58B9354D11}" destId="{762CCF6A-7E9D-4EDB-9E54-D9FAE571A19D}" srcOrd="1" destOrd="0" presId="urn:microsoft.com/office/officeart/2008/layout/NameandTitleOrganizationalChart"/>
    <dgm:cxn modelId="{84045F39-5F00-4990-A7AA-0FD5B2C1C296}" type="presParOf" srcId="{E1557E32-7B61-4EDE-95EF-0D58B9354D11}" destId="{8835CE7C-4999-45BF-A08E-804F51E6EA70}" srcOrd="2" destOrd="0" presId="urn:microsoft.com/office/officeart/2008/layout/NameandTitleOrganizationalChart"/>
    <dgm:cxn modelId="{2CFB7851-DDD4-47AB-B7DC-7554173B78C7}" type="presParOf" srcId="{81178AF7-38BF-46F0-872E-DD2EC9579ACD}" destId="{3F9AAE26-3EC0-42FD-87C9-89F57111CE0F}" srcOrd="1" destOrd="0" presId="urn:microsoft.com/office/officeart/2008/layout/NameandTitleOrganizationalChart"/>
    <dgm:cxn modelId="{A8F7FFC6-1EB2-405A-854D-7FD55663595F}" type="presParOf" srcId="{3F9AAE26-3EC0-42FD-87C9-89F57111CE0F}" destId="{718839F4-5F33-40A2-A382-014B6988DEE6}" srcOrd="0" destOrd="0" presId="urn:microsoft.com/office/officeart/2008/layout/NameandTitleOrganizationalChart"/>
    <dgm:cxn modelId="{8D2E76F6-1FAA-465B-A37A-861F75F0B9CB}" type="presParOf" srcId="{3F9AAE26-3EC0-42FD-87C9-89F57111CE0F}" destId="{6763154A-A931-4ABD-A0A8-FAE037781744}" srcOrd="1" destOrd="0" presId="urn:microsoft.com/office/officeart/2008/layout/NameandTitleOrganizationalChart"/>
    <dgm:cxn modelId="{88CDBF75-B96E-4AA0-B50A-EED4FEBE8573}" type="presParOf" srcId="{6763154A-A931-4ABD-A0A8-FAE037781744}" destId="{66919ACB-F4A9-4BD6-9F10-3617841265D9}" srcOrd="0" destOrd="0" presId="urn:microsoft.com/office/officeart/2008/layout/NameandTitleOrganizationalChart"/>
    <dgm:cxn modelId="{22068907-7063-4FB9-8AD7-9351DECB3E6D}" type="presParOf" srcId="{66919ACB-F4A9-4BD6-9F10-3617841265D9}" destId="{1FF320CD-7DB9-46B7-A6B1-F3041721A93F}" srcOrd="0" destOrd="0" presId="urn:microsoft.com/office/officeart/2008/layout/NameandTitleOrganizationalChart"/>
    <dgm:cxn modelId="{722185C4-FC6D-4F4F-8930-6F33D431F2E7}" type="presParOf" srcId="{66919ACB-F4A9-4BD6-9F10-3617841265D9}" destId="{E6F0AE28-9371-461F-A883-B8A4242ECF62}" srcOrd="1" destOrd="0" presId="urn:microsoft.com/office/officeart/2008/layout/NameandTitleOrganizationalChart"/>
    <dgm:cxn modelId="{C9167321-450E-45F0-A93C-5BCBC359B43C}" type="presParOf" srcId="{66919ACB-F4A9-4BD6-9F10-3617841265D9}" destId="{0DE9192D-CC1A-4FDF-A14D-4C596628FF8D}" srcOrd="2" destOrd="0" presId="urn:microsoft.com/office/officeart/2008/layout/NameandTitleOrganizationalChart"/>
    <dgm:cxn modelId="{382511FF-2ECC-4D2E-86C9-C2D2C916114B}" type="presParOf" srcId="{6763154A-A931-4ABD-A0A8-FAE037781744}" destId="{BEE60A96-E770-4946-B49E-87826921E70B}" srcOrd="1" destOrd="0" presId="urn:microsoft.com/office/officeart/2008/layout/NameandTitleOrganizationalChart"/>
    <dgm:cxn modelId="{63668168-D797-4A4B-BC47-A01182E37DEE}" type="presParOf" srcId="{6763154A-A931-4ABD-A0A8-FAE037781744}" destId="{0D4B7D88-8C41-482B-97F9-3231D4364E4F}" srcOrd="2" destOrd="0" presId="urn:microsoft.com/office/officeart/2008/layout/NameandTitleOrganizationalChart"/>
    <dgm:cxn modelId="{A5145C75-AF95-440E-9E87-246E82952280}" type="presParOf" srcId="{3F9AAE26-3EC0-42FD-87C9-89F57111CE0F}" destId="{DD5DED7F-8891-488E-92AE-07EF36D3E8E1}" srcOrd="2" destOrd="0" presId="urn:microsoft.com/office/officeart/2008/layout/NameandTitleOrganizationalChart"/>
    <dgm:cxn modelId="{A1750CF5-38E0-458C-8A98-E118023F69EB}" type="presParOf" srcId="{3F9AAE26-3EC0-42FD-87C9-89F57111CE0F}" destId="{2263782B-5276-4F5B-9B7E-5863E0882CFD}" srcOrd="3" destOrd="0" presId="urn:microsoft.com/office/officeart/2008/layout/NameandTitleOrganizationalChart"/>
    <dgm:cxn modelId="{4B40D964-980E-497D-8781-301D058C8DEE}" type="presParOf" srcId="{2263782B-5276-4F5B-9B7E-5863E0882CFD}" destId="{69BF0A15-7955-4651-BC91-8F6B6E0521A8}" srcOrd="0" destOrd="0" presId="urn:microsoft.com/office/officeart/2008/layout/NameandTitleOrganizationalChart"/>
    <dgm:cxn modelId="{532BF2D1-9AE9-4D5A-BA2D-BD0E923AB65E}" type="presParOf" srcId="{69BF0A15-7955-4651-BC91-8F6B6E0521A8}" destId="{62F13039-777B-430B-9535-AC519AF52769}" srcOrd="0" destOrd="0" presId="urn:microsoft.com/office/officeart/2008/layout/NameandTitleOrganizationalChart"/>
    <dgm:cxn modelId="{ED676E85-CE02-4D1B-BFEB-96176D2DBAC2}" type="presParOf" srcId="{69BF0A15-7955-4651-BC91-8F6B6E0521A8}" destId="{0A1FBB09-9851-427E-B78F-4234A909FBD1}" srcOrd="1" destOrd="0" presId="urn:microsoft.com/office/officeart/2008/layout/NameandTitleOrganizationalChart"/>
    <dgm:cxn modelId="{50E53859-2674-4D34-B563-2F6311DC766F}" type="presParOf" srcId="{69BF0A15-7955-4651-BC91-8F6B6E0521A8}" destId="{0F9735B2-7810-446E-9C1C-8B8F5662B9C2}" srcOrd="2" destOrd="0" presId="urn:microsoft.com/office/officeart/2008/layout/NameandTitleOrganizationalChart"/>
    <dgm:cxn modelId="{64B8D03B-B030-4978-9E30-B93F848F5C05}" type="presParOf" srcId="{2263782B-5276-4F5B-9B7E-5863E0882CFD}" destId="{27D3FA01-0870-49E6-9044-9E6DFBE81345}" srcOrd="1" destOrd="0" presId="urn:microsoft.com/office/officeart/2008/layout/NameandTitleOrganizationalChart"/>
    <dgm:cxn modelId="{59D8D5E0-9B0C-410E-BF75-29188A9EBE9C}" type="presParOf" srcId="{2263782B-5276-4F5B-9B7E-5863E0882CFD}" destId="{492CD37F-356F-40DF-86E3-5FA103BA609E}" srcOrd="2" destOrd="0" presId="urn:microsoft.com/office/officeart/2008/layout/NameandTitleOrganizationalChart"/>
    <dgm:cxn modelId="{B2631FA2-180B-4948-86AA-96CC5BF30ED3}" type="presParOf" srcId="{3F9AAE26-3EC0-42FD-87C9-89F57111CE0F}" destId="{1A946EA8-F83D-4427-92BE-0B956CB3DD9E}" srcOrd="4" destOrd="0" presId="urn:microsoft.com/office/officeart/2008/layout/NameandTitleOrganizationalChart"/>
    <dgm:cxn modelId="{945AD226-ED8B-49F8-99C5-0C370D220A29}" type="presParOf" srcId="{3F9AAE26-3EC0-42FD-87C9-89F57111CE0F}" destId="{D19A8A2F-1F8D-42C1-9AD8-BC04ED1825AF}" srcOrd="5" destOrd="0" presId="urn:microsoft.com/office/officeart/2008/layout/NameandTitleOrganizationalChart"/>
    <dgm:cxn modelId="{F2AFB920-B205-4F38-A883-4895C52DF0D8}" type="presParOf" srcId="{D19A8A2F-1F8D-42C1-9AD8-BC04ED1825AF}" destId="{DE9838F7-A322-4043-AA32-3AC64EAF133F}" srcOrd="0" destOrd="0" presId="urn:microsoft.com/office/officeart/2008/layout/NameandTitleOrganizationalChart"/>
    <dgm:cxn modelId="{8935AB3F-2400-4F2A-9A06-898F22013D25}" type="presParOf" srcId="{DE9838F7-A322-4043-AA32-3AC64EAF133F}" destId="{B7F3A97F-21F7-4A6A-B36E-9C442CAB2286}" srcOrd="0" destOrd="0" presId="urn:microsoft.com/office/officeart/2008/layout/NameandTitleOrganizationalChart"/>
    <dgm:cxn modelId="{5AC4AC2D-E04A-44B9-BF9E-A5F481DAC722}" type="presParOf" srcId="{DE9838F7-A322-4043-AA32-3AC64EAF133F}" destId="{3F24E7E4-7245-46F2-B4E6-DB96355425B0}" srcOrd="1" destOrd="0" presId="urn:microsoft.com/office/officeart/2008/layout/NameandTitleOrganizationalChart"/>
    <dgm:cxn modelId="{7CF47D31-8303-4A71-8697-4CA8AA6682D2}" type="presParOf" srcId="{DE9838F7-A322-4043-AA32-3AC64EAF133F}" destId="{73371953-1658-44A2-A35F-26AA74EBE13A}" srcOrd="2" destOrd="0" presId="urn:microsoft.com/office/officeart/2008/layout/NameandTitleOrganizationalChart"/>
    <dgm:cxn modelId="{1F665FCD-6515-466D-B941-41C1FFB9EF2A}" type="presParOf" srcId="{D19A8A2F-1F8D-42C1-9AD8-BC04ED1825AF}" destId="{8CAB3E70-A603-41BF-87EE-82E476E61ABE}" srcOrd="1" destOrd="0" presId="urn:microsoft.com/office/officeart/2008/layout/NameandTitleOrganizationalChart"/>
    <dgm:cxn modelId="{9D385708-F75B-4E75-9DB6-A00D52431BC4}" type="presParOf" srcId="{D19A8A2F-1F8D-42C1-9AD8-BC04ED1825AF}" destId="{09D68F49-147A-4DB3-A591-A080B7BC1AF2}" srcOrd="2" destOrd="0" presId="urn:microsoft.com/office/officeart/2008/layout/NameandTitleOrganizationalChart"/>
    <dgm:cxn modelId="{AF3F1D44-9C60-4E05-A62E-C857FECC4A00}" type="presParOf" srcId="{81178AF7-38BF-46F0-872E-DD2EC9579ACD}" destId="{9EC9AE1D-6D2B-4C5A-B8F4-9B1B28201C71}" srcOrd="2" destOrd="0" presId="urn:microsoft.com/office/officeart/2008/layout/NameandTitleOrganizationalChart"/>
    <dgm:cxn modelId="{28540B93-6388-416F-B96B-9EF467B903AF}" type="presParOf" srcId="{9EC9AE1D-6D2B-4C5A-B8F4-9B1B28201C71}" destId="{EF63BCAB-0A8D-415A-8503-FDCCA09E3AC1}" srcOrd="0" destOrd="0" presId="urn:microsoft.com/office/officeart/2008/layout/NameandTitleOrganizationalChart"/>
    <dgm:cxn modelId="{DC10DFB1-9BF1-4922-BA0B-4B24A555CC82}" type="presParOf" srcId="{9EC9AE1D-6D2B-4C5A-B8F4-9B1B28201C71}" destId="{E599C5DF-E9CE-4F13-9373-2BA337829EBD}" srcOrd="1" destOrd="0" presId="urn:microsoft.com/office/officeart/2008/layout/NameandTitleOrganizationalChart"/>
    <dgm:cxn modelId="{F6977C1B-7003-4B9B-8329-BBC3FB5009A9}" type="presParOf" srcId="{E599C5DF-E9CE-4F13-9373-2BA337829EBD}" destId="{BC7863DA-7DB1-4FE6-970A-E5192BCED93A}" srcOrd="0" destOrd="0" presId="urn:microsoft.com/office/officeart/2008/layout/NameandTitleOrganizationalChart"/>
    <dgm:cxn modelId="{39593D3D-135B-42CC-A475-6D79C340A12B}" type="presParOf" srcId="{BC7863DA-7DB1-4FE6-970A-E5192BCED93A}" destId="{350D9D2F-78CB-4CE5-9249-1D64BDB6607E}" srcOrd="0" destOrd="0" presId="urn:microsoft.com/office/officeart/2008/layout/NameandTitleOrganizationalChart"/>
    <dgm:cxn modelId="{22393A8F-C19C-4FE6-8F80-E400B3CA38B1}" type="presParOf" srcId="{BC7863DA-7DB1-4FE6-970A-E5192BCED93A}" destId="{9C2EB2A2-F56E-4272-9D43-DC832B00F2D3}" srcOrd="1" destOrd="0" presId="urn:microsoft.com/office/officeart/2008/layout/NameandTitleOrganizationalChart"/>
    <dgm:cxn modelId="{F025D16C-B12B-481D-B354-10D493864DBA}" type="presParOf" srcId="{BC7863DA-7DB1-4FE6-970A-E5192BCED93A}" destId="{F4F3E2FB-D015-4B83-9127-89E591B8D58D}" srcOrd="2" destOrd="0" presId="urn:microsoft.com/office/officeart/2008/layout/NameandTitleOrganizationalChart"/>
    <dgm:cxn modelId="{CA838447-EF03-47C5-B2B0-CA48B5B9B296}" type="presParOf" srcId="{E599C5DF-E9CE-4F13-9373-2BA337829EBD}" destId="{127F8015-9BAB-4E07-99F8-457D4F6F22DD}" srcOrd="1" destOrd="0" presId="urn:microsoft.com/office/officeart/2008/layout/NameandTitleOrganizationalChart"/>
    <dgm:cxn modelId="{6A839537-74A7-4CE1-8BC7-1E7152662776}" type="presParOf" srcId="{E599C5DF-E9CE-4F13-9373-2BA337829EBD}" destId="{E4FEB4AE-8EF7-491A-AF74-404FC309446F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205E5B-F34E-4197-AC6B-68CD099D48F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68E60DAB-0150-4E0F-9BD0-B25B05A5E65E}">
      <dgm:prSet phldrT="[文本]" phldr="1"/>
      <dgm:spPr/>
      <dgm:t>
        <a:bodyPr/>
        <a:p>
          <a:endParaRPr lang="zh-CN" altLang="en-US"/>
        </a:p>
      </dgm:t>
    </dgm:pt>
    <dgm:pt modelId="{16EEF78B-B212-4AF3-9357-68BDA6494FA2}" cxnId="{270909BE-AD85-47DC-8F5D-63DB710E2EF6}" type="parTrans">
      <dgm:prSet/>
      <dgm:spPr/>
      <dgm:t>
        <a:bodyPr/>
        <a:p>
          <a:endParaRPr lang="zh-CN" altLang="en-US"/>
        </a:p>
      </dgm:t>
    </dgm:pt>
    <dgm:pt modelId="{BC1C9F1E-C359-43F6-BD5F-D8C4C0879B2E}" cxnId="{270909BE-AD85-47DC-8F5D-63DB710E2EF6}" type="sibTrans">
      <dgm:prSet/>
      <dgm:spPr/>
      <dgm:t>
        <a:bodyPr/>
        <a:p>
          <a:endParaRPr lang="zh-CN" altLang="en-US"/>
        </a:p>
      </dgm:t>
    </dgm:pt>
    <dgm:pt modelId="{9DCDAAE6-DD6D-4281-95D4-237835B31240}">
      <dgm:prSet phldrT="[文本]" phldr="1"/>
      <dgm:spPr/>
      <dgm:t>
        <a:bodyPr/>
        <a:p>
          <a:endParaRPr lang="zh-CN" altLang="en-US"/>
        </a:p>
      </dgm:t>
    </dgm:pt>
    <dgm:pt modelId="{9E28A11D-3754-44FF-A1C9-7C4D85203380}" cxnId="{65C7CF09-C9A4-43A2-867B-0B7EDFC4269F}" type="parTrans">
      <dgm:prSet/>
      <dgm:spPr/>
      <dgm:t>
        <a:bodyPr/>
        <a:p>
          <a:endParaRPr lang="zh-CN" altLang="en-US"/>
        </a:p>
      </dgm:t>
    </dgm:pt>
    <dgm:pt modelId="{5EA8ABE7-7643-440E-91A4-D7927F1909EB}" cxnId="{65C7CF09-C9A4-43A2-867B-0B7EDFC4269F}" type="sibTrans">
      <dgm:prSet/>
      <dgm:spPr/>
      <dgm:t>
        <a:bodyPr/>
        <a:p>
          <a:endParaRPr lang="zh-CN" altLang="en-US"/>
        </a:p>
      </dgm:t>
    </dgm:pt>
    <dgm:pt modelId="{AB9646DB-40A8-4DF0-A79F-A7966916D46F}">
      <dgm:prSet phldrT="[文本]" phldr="1"/>
      <dgm:spPr/>
      <dgm:t>
        <a:bodyPr/>
        <a:p>
          <a:endParaRPr lang="zh-CN" altLang="en-US"/>
        </a:p>
      </dgm:t>
    </dgm:pt>
    <dgm:pt modelId="{DBA758BB-2BF3-422F-8B3F-DFD6E55C2470}" cxnId="{6562B6FB-7131-4690-8716-32F5E42808CF}" type="parTrans">
      <dgm:prSet/>
      <dgm:spPr/>
      <dgm:t>
        <a:bodyPr/>
        <a:p>
          <a:endParaRPr lang="zh-CN" altLang="en-US"/>
        </a:p>
      </dgm:t>
    </dgm:pt>
    <dgm:pt modelId="{78C937F1-B0A8-4A25-A437-BFE6F41E2A14}" cxnId="{6562B6FB-7131-4690-8716-32F5E42808CF}" type="sibTrans">
      <dgm:prSet/>
      <dgm:spPr/>
      <dgm:t>
        <a:bodyPr/>
        <a:p>
          <a:endParaRPr lang="zh-CN" altLang="en-US"/>
        </a:p>
      </dgm:t>
    </dgm:pt>
    <dgm:pt modelId="{1B22D2ED-5C6D-423E-BFD0-2FA6FF8C67B1}">
      <dgm:prSet phldrT="[文本]" phldr="1"/>
      <dgm:spPr/>
      <dgm:t>
        <a:bodyPr/>
        <a:p>
          <a:endParaRPr lang="zh-CN" altLang="en-US"/>
        </a:p>
      </dgm:t>
    </dgm:pt>
    <dgm:pt modelId="{EEDEBC1D-B1D0-4AD1-BA61-39B1CF72ACE3}" cxnId="{BB7876D6-E4CF-46F0-8E91-EF05F9D75864}" type="parTrans">
      <dgm:prSet/>
      <dgm:spPr/>
      <dgm:t>
        <a:bodyPr/>
        <a:p>
          <a:endParaRPr lang="zh-CN" altLang="en-US"/>
        </a:p>
      </dgm:t>
    </dgm:pt>
    <dgm:pt modelId="{25F479AF-EE3B-491D-ABE1-C3F1055E29A2}" cxnId="{BB7876D6-E4CF-46F0-8E91-EF05F9D75864}" type="sibTrans">
      <dgm:prSet/>
      <dgm:spPr/>
      <dgm:t>
        <a:bodyPr/>
        <a:p>
          <a:endParaRPr lang="zh-CN" altLang="en-US"/>
        </a:p>
      </dgm:t>
    </dgm:pt>
    <dgm:pt modelId="{0A6B5D55-D14D-4FBB-8B5A-C27F61F8C3A7}">
      <dgm:prSet phldrT="[文本]" phldr="1"/>
      <dgm:spPr/>
      <dgm:t>
        <a:bodyPr/>
        <a:p>
          <a:endParaRPr lang="zh-CN" altLang="en-US"/>
        </a:p>
      </dgm:t>
    </dgm:pt>
    <dgm:pt modelId="{2DCAAC0B-C997-4642-99A0-4A7735E6A612}" cxnId="{4CCB6172-A900-472A-8342-ABD60F2E9EA6}" type="parTrans">
      <dgm:prSet/>
      <dgm:spPr/>
      <dgm:t>
        <a:bodyPr/>
        <a:p>
          <a:endParaRPr lang="zh-CN" altLang="en-US"/>
        </a:p>
      </dgm:t>
    </dgm:pt>
    <dgm:pt modelId="{9355E878-0ACD-42B8-AA55-448F67669D94}" cxnId="{4CCB6172-A900-472A-8342-ABD60F2E9EA6}" type="sibTrans">
      <dgm:prSet/>
      <dgm:spPr/>
      <dgm:t>
        <a:bodyPr/>
        <a:p>
          <a:endParaRPr lang="zh-CN" altLang="en-US"/>
        </a:p>
      </dgm:t>
    </dgm:pt>
    <dgm:pt modelId="{DED6EF98-3285-4986-87AF-73C8D3006DBA}">
      <dgm:prSet phldrT="[文本]" phldr="1"/>
      <dgm:spPr/>
      <dgm:t>
        <a:bodyPr/>
        <a:p>
          <a:endParaRPr lang="zh-CN" altLang="en-US"/>
        </a:p>
      </dgm:t>
    </dgm:pt>
    <dgm:pt modelId="{1412D923-F990-4102-A738-AD73550AA60B}" cxnId="{687E9378-1ED1-4EE4-9EE1-E482FDC7FC7B}" type="parTrans">
      <dgm:prSet/>
      <dgm:spPr/>
      <dgm:t>
        <a:bodyPr/>
        <a:p>
          <a:endParaRPr lang="zh-CN" altLang="en-US"/>
        </a:p>
      </dgm:t>
    </dgm:pt>
    <dgm:pt modelId="{57E38C54-5643-44B1-80A2-2CE03F0E64D9}" cxnId="{687E9378-1ED1-4EE4-9EE1-E482FDC7FC7B}" type="sibTrans">
      <dgm:prSet/>
      <dgm:spPr/>
      <dgm:t>
        <a:bodyPr/>
        <a:p>
          <a:endParaRPr lang="zh-CN" altLang="en-US"/>
        </a:p>
      </dgm:t>
    </dgm:pt>
    <dgm:pt modelId="{DD115FB3-A2CD-4075-8ECE-D921F38C23FC}">
      <dgm:prSet phldrT="[文本]" phldr="1"/>
      <dgm:spPr/>
      <dgm:t>
        <a:bodyPr/>
        <a:p>
          <a:endParaRPr lang="zh-CN" altLang="en-US"/>
        </a:p>
      </dgm:t>
    </dgm:pt>
    <dgm:pt modelId="{D2F47EED-6346-4BDA-ADF4-DAAE98A2B4E4}" cxnId="{851ECD5F-1C41-48BD-BD87-1F9ECF28FB74}" type="parTrans">
      <dgm:prSet/>
      <dgm:spPr/>
      <dgm:t>
        <a:bodyPr/>
        <a:p>
          <a:endParaRPr lang="zh-CN" altLang="en-US"/>
        </a:p>
      </dgm:t>
    </dgm:pt>
    <dgm:pt modelId="{C991FD6D-C23A-4812-A7A1-7DE39D3DBE24}" cxnId="{851ECD5F-1C41-48BD-BD87-1F9ECF28FB74}" type="sibTrans">
      <dgm:prSet/>
      <dgm:spPr/>
      <dgm:t>
        <a:bodyPr/>
        <a:p>
          <a:endParaRPr lang="zh-CN" altLang="en-US"/>
        </a:p>
      </dgm:t>
    </dgm:pt>
    <dgm:pt modelId="{1E7B6F14-C4D0-412F-B271-802368307DC6}">
      <dgm:prSet phldrT="[文本]" phldr="1"/>
      <dgm:spPr/>
      <dgm:t>
        <a:bodyPr/>
        <a:p>
          <a:endParaRPr lang="zh-CN" altLang="en-US"/>
        </a:p>
      </dgm:t>
    </dgm:pt>
    <dgm:pt modelId="{DB53B4D3-E487-4F38-B7D1-07A6CA158E34}" cxnId="{48F4CA2F-8148-42C7-8FF3-DF67C47EECBA}" type="parTrans">
      <dgm:prSet/>
      <dgm:spPr/>
      <dgm:t>
        <a:bodyPr/>
        <a:p>
          <a:endParaRPr lang="zh-CN" altLang="en-US"/>
        </a:p>
      </dgm:t>
    </dgm:pt>
    <dgm:pt modelId="{436ABAA6-B13E-408A-987F-0C14E9D16459}" cxnId="{48F4CA2F-8148-42C7-8FF3-DF67C47EECBA}" type="sibTrans">
      <dgm:prSet/>
      <dgm:spPr/>
      <dgm:t>
        <a:bodyPr/>
        <a:p>
          <a:endParaRPr lang="zh-CN" altLang="en-US"/>
        </a:p>
      </dgm:t>
    </dgm:pt>
    <dgm:pt modelId="{D2C908B6-8C33-44B2-A550-11065CA5EC70}">
      <dgm:prSet phldrT="[文本]" phldr="1"/>
      <dgm:spPr/>
      <dgm:t>
        <a:bodyPr/>
        <a:p>
          <a:endParaRPr lang="zh-CN" altLang="en-US"/>
        </a:p>
      </dgm:t>
    </dgm:pt>
    <dgm:pt modelId="{73281C18-BC46-4747-ABE2-604AB03A4C7D}" cxnId="{9ED519C0-8ABC-4B1A-B248-376C559FF883}" type="parTrans">
      <dgm:prSet/>
      <dgm:spPr/>
      <dgm:t>
        <a:bodyPr/>
        <a:p>
          <a:endParaRPr lang="zh-CN" altLang="en-US"/>
        </a:p>
      </dgm:t>
    </dgm:pt>
    <dgm:pt modelId="{6523100F-DFF3-4F41-9678-02D763F37367}" cxnId="{9ED519C0-8ABC-4B1A-B248-376C559FF883}" type="sibTrans">
      <dgm:prSet/>
      <dgm:spPr/>
      <dgm:t>
        <a:bodyPr/>
        <a:p>
          <a:endParaRPr lang="zh-CN" altLang="en-US"/>
        </a:p>
      </dgm:t>
    </dgm:pt>
    <dgm:pt modelId="{35EB52ED-735F-4D0F-B768-9309F3F5E3AE}" type="pres">
      <dgm:prSet presAssocID="{3F205E5B-F34E-4197-AC6B-68CD099D48F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21B84BF-1FFE-4AA7-A73D-7F5C937BDF73}" type="pres">
      <dgm:prSet presAssocID="{68E60DAB-0150-4E0F-9BD0-B25B05A5E65E}" presName="circle1" presStyleLbl="node1" presStyleIdx="0" presStyleCnt="3"/>
      <dgm:spPr/>
    </dgm:pt>
    <dgm:pt modelId="{72AFA60D-7C6F-4F4C-85FB-5B7C4B2AE817}" type="pres">
      <dgm:prSet presAssocID="{68E60DAB-0150-4E0F-9BD0-B25B05A5E65E}" presName="space" presStyleCnt="0"/>
      <dgm:spPr/>
    </dgm:pt>
    <dgm:pt modelId="{8E054BD4-7400-4070-915F-AB41FF0A173E}" type="pres">
      <dgm:prSet presAssocID="{68E60DAB-0150-4E0F-9BD0-B25B05A5E65E}" presName="rect1" presStyleLbl="alignAcc1" presStyleIdx="0" presStyleCnt="3"/>
      <dgm:spPr/>
    </dgm:pt>
    <dgm:pt modelId="{087E7407-9320-4F47-B343-874FC9A0C767}" type="pres">
      <dgm:prSet presAssocID="{1B22D2ED-5C6D-423E-BFD0-2FA6FF8C67B1}" presName="vertSpace2" presStyleLbl="node1" presStyleIdx="0" presStyleCnt="3"/>
      <dgm:spPr/>
    </dgm:pt>
    <dgm:pt modelId="{CEBF6996-5843-47C5-BE96-ADF68B468DDD}" type="pres">
      <dgm:prSet presAssocID="{1B22D2ED-5C6D-423E-BFD0-2FA6FF8C67B1}" presName="circle2" presStyleLbl="node1" presStyleIdx="1" presStyleCnt="3"/>
      <dgm:spPr/>
    </dgm:pt>
    <dgm:pt modelId="{3E813324-B019-4CF9-8A00-16E7878F9CD2}" type="pres">
      <dgm:prSet presAssocID="{1B22D2ED-5C6D-423E-BFD0-2FA6FF8C67B1}" presName="rect2" presStyleLbl="alignAcc1" presStyleIdx="1" presStyleCnt="3"/>
      <dgm:spPr/>
    </dgm:pt>
    <dgm:pt modelId="{D2E51676-FDF1-488F-984D-6073C277CAF4}" type="pres">
      <dgm:prSet presAssocID="{DD115FB3-A2CD-4075-8ECE-D921F38C23FC}" presName="vertSpace3" presStyleLbl="node1" presStyleIdx="1" presStyleCnt="3"/>
      <dgm:spPr/>
    </dgm:pt>
    <dgm:pt modelId="{FA08DC88-0EC3-4E07-94FB-51390852006F}" type="pres">
      <dgm:prSet presAssocID="{DD115FB3-A2CD-4075-8ECE-D921F38C23FC}" presName="circle3" presStyleLbl="node1" presStyleIdx="2" presStyleCnt="3"/>
      <dgm:spPr/>
    </dgm:pt>
    <dgm:pt modelId="{9242D190-F547-4694-8559-1D7DD1350AED}" type="pres">
      <dgm:prSet presAssocID="{DD115FB3-A2CD-4075-8ECE-D921F38C23FC}" presName="rect3" presStyleLbl="alignAcc1" presStyleIdx="2" presStyleCnt="3"/>
      <dgm:spPr/>
    </dgm:pt>
    <dgm:pt modelId="{96206465-B321-4A8E-8359-0BC3F8DC94FB}" type="pres">
      <dgm:prSet presAssocID="{68E60DAB-0150-4E0F-9BD0-B25B05A5E65E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CCE5650C-A6B8-4160-9320-4321215388D2}" type="pres">
      <dgm:prSet presAssocID="{68E60DAB-0150-4E0F-9BD0-B25B05A5E65E}" presName="rect1ChTx" presStyleLbl="alignAcc1" presStyleIdx="2" presStyleCnt="3">
        <dgm:presLayoutVars>
          <dgm:bulletEnabled val="1"/>
        </dgm:presLayoutVars>
      </dgm:prSet>
      <dgm:spPr/>
    </dgm:pt>
    <dgm:pt modelId="{7204D06E-00C8-49B3-B0E6-292D3B2353D8}" type="pres">
      <dgm:prSet presAssocID="{1B22D2ED-5C6D-423E-BFD0-2FA6FF8C67B1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6FC46BE1-4B03-427F-AEEF-155E43527DA4}" type="pres">
      <dgm:prSet presAssocID="{1B22D2ED-5C6D-423E-BFD0-2FA6FF8C67B1}" presName="rect2ChTx" presStyleLbl="alignAcc1" presStyleIdx="2" presStyleCnt="3">
        <dgm:presLayoutVars>
          <dgm:bulletEnabled val="1"/>
        </dgm:presLayoutVars>
      </dgm:prSet>
      <dgm:spPr/>
    </dgm:pt>
    <dgm:pt modelId="{92A1D718-70AE-43F9-B5A1-4B41137ED38B}" type="pres">
      <dgm:prSet presAssocID="{DD115FB3-A2CD-4075-8ECE-D921F38C23FC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A415A605-18B3-4618-ABC7-E8973F787026}" type="pres">
      <dgm:prSet presAssocID="{DD115FB3-A2CD-4075-8ECE-D921F38C23FC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48F4CA2F-8148-42C7-8FF3-DF67C47EECBA}" srcId="{DD115FB3-A2CD-4075-8ECE-D921F38C23FC}" destId="{1E7B6F14-C4D0-412F-B271-802368307DC6}" srcOrd="0" destOrd="0" parTransId="{DB53B4D3-E487-4F38-B7D1-07A6CA158E34}" sibTransId="{436ABAA6-B13E-408A-987F-0C14E9D16459}"/>
    <dgm:cxn modelId="{DDE4CB66-C3A3-486C-9E0C-A858FF897773}" type="presOf" srcId="{68E60DAB-0150-4E0F-9BD0-B25B05A5E65E}" destId="{96206465-B321-4A8E-8359-0BC3F8DC94FB}" srcOrd="1" destOrd="0" presId="urn:microsoft.com/office/officeart/2005/8/layout/target3"/>
    <dgm:cxn modelId="{331AF6CB-D315-4D6A-8F90-55316DA1184E}" type="presOf" srcId="{1B22D2ED-5C6D-423E-BFD0-2FA6FF8C67B1}" destId="{3E813324-B019-4CF9-8A00-16E7878F9CD2}" srcOrd="0" destOrd="0" presId="urn:microsoft.com/office/officeart/2005/8/layout/target3"/>
    <dgm:cxn modelId="{0A4517A1-A2E5-4224-AB58-77E9591BC363}" type="presOf" srcId="{D2C908B6-8C33-44B2-A550-11065CA5EC70}" destId="{A415A605-18B3-4618-ABC7-E8973F787026}" srcOrd="0" destOrd="1" presId="urn:microsoft.com/office/officeart/2005/8/layout/target3"/>
    <dgm:cxn modelId="{62FD6216-C7A1-43AF-A24B-5E7866DEEB22}" type="presOf" srcId="{DED6EF98-3285-4986-87AF-73C8D3006DBA}" destId="{6FC46BE1-4B03-427F-AEEF-155E43527DA4}" srcOrd="0" destOrd="1" presId="urn:microsoft.com/office/officeart/2005/8/layout/target3"/>
    <dgm:cxn modelId="{65C7CF09-C9A4-43A2-867B-0B7EDFC4269F}" srcId="{68E60DAB-0150-4E0F-9BD0-B25B05A5E65E}" destId="{9DCDAAE6-DD6D-4281-95D4-237835B31240}" srcOrd="0" destOrd="0" parTransId="{9E28A11D-3754-44FF-A1C9-7C4D85203380}" sibTransId="{5EA8ABE7-7643-440E-91A4-D7927F1909EB}"/>
    <dgm:cxn modelId="{687E9378-1ED1-4EE4-9EE1-E482FDC7FC7B}" srcId="{1B22D2ED-5C6D-423E-BFD0-2FA6FF8C67B1}" destId="{DED6EF98-3285-4986-87AF-73C8D3006DBA}" srcOrd="1" destOrd="0" parTransId="{1412D923-F990-4102-A738-AD73550AA60B}" sibTransId="{57E38C54-5643-44B1-80A2-2CE03F0E64D9}"/>
    <dgm:cxn modelId="{F511E6AE-B24F-4A14-8B6F-BACAA544F657}" type="presOf" srcId="{3F205E5B-F34E-4197-AC6B-68CD099D48F1}" destId="{35EB52ED-735F-4D0F-B768-9309F3F5E3AE}" srcOrd="0" destOrd="0" presId="urn:microsoft.com/office/officeart/2005/8/layout/target3"/>
    <dgm:cxn modelId="{39D9490A-7AE0-4893-97E0-3069955905F9}" type="presOf" srcId="{9DCDAAE6-DD6D-4281-95D4-237835B31240}" destId="{CCE5650C-A6B8-4160-9320-4321215388D2}" srcOrd="0" destOrd="0" presId="urn:microsoft.com/office/officeart/2005/8/layout/target3"/>
    <dgm:cxn modelId="{270909BE-AD85-47DC-8F5D-63DB710E2EF6}" srcId="{3F205E5B-F34E-4197-AC6B-68CD099D48F1}" destId="{68E60DAB-0150-4E0F-9BD0-B25B05A5E65E}" srcOrd="0" destOrd="0" parTransId="{16EEF78B-B212-4AF3-9357-68BDA6494FA2}" sibTransId="{BC1C9F1E-C359-43F6-BD5F-D8C4C0879B2E}"/>
    <dgm:cxn modelId="{510E9E4C-4D17-425A-AF5C-FEB522395FF2}" type="presOf" srcId="{1B22D2ED-5C6D-423E-BFD0-2FA6FF8C67B1}" destId="{7204D06E-00C8-49B3-B0E6-292D3B2353D8}" srcOrd="1" destOrd="0" presId="urn:microsoft.com/office/officeart/2005/8/layout/target3"/>
    <dgm:cxn modelId="{6562B6FB-7131-4690-8716-32F5E42808CF}" srcId="{68E60DAB-0150-4E0F-9BD0-B25B05A5E65E}" destId="{AB9646DB-40A8-4DF0-A79F-A7966916D46F}" srcOrd="1" destOrd="0" parTransId="{DBA758BB-2BF3-422F-8B3F-DFD6E55C2470}" sibTransId="{78C937F1-B0A8-4A25-A437-BFE6F41E2A14}"/>
    <dgm:cxn modelId="{851ECD5F-1C41-48BD-BD87-1F9ECF28FB74}" srcId="{3F205E5B-F34E-4197-AC6B-68CD099D48F1}" destId="{DD115FB3-A2CD-4075-8ECE-D921F38C23FC}" srcOrd="2" destOrd="0" parTransId="{D2F47EED-6346-4BDA-ADF4-DAAE98A2B4E4}" sibTransId="{C991FD6D-C23A-4812-A7A1-7DE39D3DBE24}"/>
    <dgm:cxn modelId="{9ED519C0-8ABC-4B1A-B248-376C559FF883}" srcId="{DD115FB3-A2CD-4075-8ECE-D921F38C23FC}" destId="{D2C908B6-8C33-44B2-A550-11065CA5EC70}" srcOrd="1" destOrd="0" parTransId="{73281C18-BC46-4747-ABE2-604AB03A4C7D}" sibTransId="{6523100F-DFF3-4F41-9678-02D763F37367}"/>
    <dgm:cxn modelId="{4CF0B3D4-C59F-4373-ADD1-0D664860745B}" type="presOf" srcId="{DD115FB3-A2CD-4075-8ECE-D921F38C23FC}" destId="{9242D190-F547-4694-8559-1D7DD1350AED}" srcOrd="0" destOrd="0" presId="urn:microsoft.com/office/officeart/2005/8/layout/target3"/>
    <dgm:cxn modelId="{BAD5523C-7CF5-4655-97A1-3AE6972F9BA8}" type="presOf" srcId="{1E7B6F14-C4D0-412F-B271-802368307DC6}" destId="{A415A605-18B3-4618-ABC7-E8973F787026}" srcOrd="0" destOrd="0" presId="urn:microsoft.com/office/officeart/2005/8/layout/target3"/>
    <dgm:cxn modelId="{BB7876D6-E4CF-46F0-8E91-EF05F9D75864}" srcId="{3F205E5B-F34E-4197-AC6B-68CD099D48F1}" destId="{1B22D2ED-5C6D-423E-BFD0-2FA6FF8C67B1}" srcOrd="1" destOrd="0" parTransId="{EEDEBC1D-B1D0-4AD1-BA61-39B1CF72ACE3}" sibTransId="{25F479AF-EE3B-491D-ABE1-C3F1055E29A2}"/>
    <dgm:cxn modelId="{4CCB6172-A900-472A-8342-ABD60F2E9EA6}" srcId="{1B22D2ED-5C6D-423E-BFD0-2FA6FF8C67B1}" destId="{0A6B5D55-D14D-4FBB-8B5A-C27F61F8C3A7}" srcOrd="0" destOrd="0" parTransId="{2DCAAC0B-C997-4642-99A0-4A7735E6A612}" sibTransId="{9355E878-0ACD-42B8-AA55-448F67669D94}"/>
    <dgm:cxn modelId="{B077C06C-952C-4051-8B9B-84B6A3F4EC26}" type="presOf" srcId="{DD115FB3-A2CD-4075-8ECE-D921F38C23FC}" destId="{92A1D718-70AE-43F9-B5A1-4B41137ED38B}" srcOrd="1" destOrd="0" presId="urn:microsoft.com/office/officeart/2005/8/layout/target3"/>
    <dgm:cxn modelId="{0E1DB73B-3703-43BF-B508-0D0D7CBCF946}" type="presOf" srcId="{68E60DAB-0150-4E0F-9BD0-B25B05A5E65E}" destId="{8E054BD4-7400-4070-915F-AB41FF0A173E}" srcOrd="0" destOrd="0" presId="urn:microsoft.com/office/officeart/2005/8/layout/target3"/>
    <dgm:cxn modelId="{BBB7C755-A3E2-4F49-AA29-E591D7EB7373}" type="presOf" srcId="{0A6B5D55-D14D-4FBB-8B5A-C27F61F8C3A7}" destId="{6FC46BE1-4B03-427F-AEEF-155E43527DA4}" srcOrd="0" destOrd="0" presId="urn:microsoft.com/office/officeart/2005/8/layout/target3"/>
    <dgm:cxn modelId="{621930B0-9E1D-47E7-A442-64FFB93420AE}" type="presOf" srcId="{AB9646DB-40A8-4DF0-A79F-A7966916D46F}" destId="{CCE5650C-A6B8-4160-9320-4321215388D2}" srcOrd="0" destOrd="1" presId="urn:microsoft.com/office/officeart/2005/8/layout/target3"/>
    <dgm:cxn modelId="{6F57E087-0B83-4B70-89C6-CC052945174B}" type="presParOf" srcId="{35EB52ED-735F-4D0F-B768-9309F3F5E3AE}" destId="{721B84BF-1FFE-4AA7-A73D-7F5C937BDF73}" srcOrd="0" destOrd="0" presId="urn:microsoft.com/office/officeart/2005/8/layout/target3"/>
    <dgm:cxn modelId="{DD348547-B228-4AD0-9FB3-F4058718CAB5}" type="presParOf" srcId="{35EB52ED-735F-4D0F-B768-9309F3F5E3AE}" destId="{72AFA60D-7C6F-4F4C-85FB-5B7C4B2AE817}" srcOrd="1" destOrd="0" presId="urn:microsoft.com/office/officeart/2005/8/layout/target3"/>
    <dgm:cxn modelId="{3E824E8C-7550-4160-8A9C-AE5D645A2EAA}" type="presParOf" srcId="{35EB52ED-735F-4D0F-B768-9309F3F5E3AE}" destId="{8E054BD4-7400-4070-915F-AB41FF0A173E}" srcOrd="2" destOrd="0" presId="urn:microsoft.com/office/officeart/2005/8/layout/target3"/>
    <dgm:cxn modelId="{73344995-B306-4EA8-A606-343DA50E7C54}" type="presParOf" srcId="{35EB52ED-735F-4D0F-B768-9309F3F5E3AE}" destId="{087E7407-9320-4F47-B343-874FC9A0C767}" srcOrd="3" destOrd="0" presId="urn:microsoft.com/office/officeart/2005/8/layout/target3"/>
    <dgm:cxn modelId="{4EAAD5A9-636D-4C7A-9678-486748491E04}" type="presParOf" srcId="{35EB52ED-735F-4D0F-B768-9309F3F5E3AE}" destId="{CEBF6996-5843-47C5-BE96-ADF68B468DDD}" srcOrd="4" destOrd="0" presId="urn:microsoft.com/office/officeart/2005/8/layout/target3"/>
    <dgm:cxn modelId="{30481B92-61B4-4333-9BEE-AB02F15D5463}" type="presParOf" srcId="{35EB52ED-735F-4D0F-B768-9309F3F5E3AE}" destId="{3E813324-B019-4CF9-8A00-16E7878F9CD2}" srcOrd="5" destOrd="0" presId="urn:microsoft.com/office/officeart/2005/8/layout/target3"/>
    <dgm:cxn modelId="{38BA21E8-F440-40A5-9072-4422D266A21C}" type="presParOf" srcId="{35EB52ED-735F-4D0F-B768-9309F3F5E3AE}" destId="{D2E51676-FDF1-488F-984D-6073C277CAF4}" srcOrd="6" destOrd="0" presId="urn:microsoft.com/office/officeart/2005/8/layout/target3"/>
    <dgm:cxn modelId="{34A5CA55-6F50-4980-BD8C-307C30C87542}" type="presParOf" srcId="{35EB52ED-735F-4D0F-B768-9309F3F5E3AE}" destId="{FA08DC88-0EC3-4E07-94FB-51390852006F}" srcOrd="7" destOrd="0" presId="urn:microsoft.com/office/officeart/2005/8/layout/target3"/>
    <dgm:cxn modelId="{88EE4102-D86F-4BEF-B273-AB4FB86EE1C0}" type="presParOf" srcId="{35EB52ED-735F-4D0F-B768-9309F3F5E3AE}" destId="{9242D190-F547-4694-8559-1D7DD1350AED}" srcOrd="8" destOrd="0" presId="urn:microsoft.com/office/officeart/2005/8/layout/target3"/>
    <dgm:cxn modelId="{C13BD75D-B1F4-47F6-BB7C-437957BCA293}" type="presParOf" srcId="{35EB52ED-735F-4D0F-B768-9309F3F5E3AE}" destId="{96206465-B321-4A8E-8359-0BC3F8DC94FB}" srcOrd="9" destOrd="0" presId="urn:microsoft.com/office/officeart/2005/8/layout/target3"/>
    <dgm:cxn modelId="{61A2497D-91AA-4BBB-A0F6-45DFA3A17518}" type="presParOf" srcId="{35EB52ED-735F-4D0F-B768-9309F3F5E3AE}" destId="{CCE5650C-A6B8-4160-9320-4321215388D2}" srcOrd="10" destOrd="0" presId="urn:microsoft.com/office/officeart/2005/8/layout/target3"/>
    <dgm:cxn modelId="{1F5BCB78-2E89-4FF2-8AD8-5BF3A614BFF2}" type="presParOf" srcId="{35EB52ED-735F-4D0F-B768-9309F3F5E3AE}" destId="{7204D06E-00C8-49B3-B0E6-292D3B2353D8}" srcOrd="11" destOrd="0" presId="urn:microsoft.com/office/officeart/2005/8/layout/target3"/>
    <dgm:cxn modelId="{FB36DBE1-30F4-4590-B377-70EE25E25D9D}" type="presParOf" srcId="{35EB52ED-735F-4D0F-B768-9309F3F5E3AE}" destId="{6FC46BE1-4B03-427F-AEEF-155E43527DA4}" srcOrd="12" destOrd="0" presId="urn:microsoft.com/office/officeart/2005/8/layout/target3"/>
    <dgm:cxn modelId="{5CC05702-E94C-4589-A90A-5876FD432228}" type="presParOf" srcId="{35EB52ED-735F-4D0F-B768-9309F3F5E3AE}" destId="{92A1D718-70AE-43F9-B5A1-4B41137ED38B}" srcOrd="13" destOrd="0" presId="urn:microsoft.com/office/officeart/2005/8/layout/target3"/>
    <dgm:cxn modelId="{A45ED6AF-3E73-4E6E-87AC-F83C48A6B9D0}" type="presParOf" srcId="{35EB52ED-735F-4D0F-B768-9309F3F5E3AE}" destId="{A415A605-18B3-4618-ABC7-E8973F787026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F3392A-67AB-45C6-87ED-8E151355151C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F45BD5CF-C0D4-4F78-ACBF-18CF124223E7}">
      <dgm:prSet phldrT="[文本]" phldr="1"/>
      <dgm:spPr/>
      <dgm:t>
        <a:bodyPr/>
        <a:p>
          <a:endParaRPr lang="zh-CN" altLang="en-US"/>
        </a:p>
      </dgm:t>
    </dgm:pt>
    <dgm:pt modelId="{D0A9BC9B-C56B-458A-A410-C6632E22E842}" cxnId="{694CADE2-B122-4F14-8F0C-4DE8177DE1B4}" type="parTrans">
      <dgm:prSet/>
      <dgm:spPr/>
      <dgm:t>
        <a:bodyPr/>
        <a:p>
          <a:endParaRPr lang="zh-CN" altLang="en-US"/>
        </a:p>
      </dgm:t>
    </dgm:pt>
    <dgm:pt modelId="{17375B68-02C6-40EC-9FDB-1F11042FA083}" cxnId="{694CADE2-B122-4F14-8F0C-4DE8177DE1B4}" type="sibTrans">
      <dgm:prSet/>
      <dgm:spPr/>
      <dgm:t>
        <a:bodyPr/>
        <a:p>
          <a:endParaRPr lang="zh-CN" altLang="en-US"/>
        </a:p>
      </dgm:t>
    </dgm:pt>
    <dgm:pt modelId="{C22DED30-7104-4390-882E-ABDE4C373306}">
      <dgm:prSet phldrT="[文本]" phldr="1"/>
      <dgm:spPr/>
      <dgm:t>
        <a:bodyPr/>
        <a:p>
          <a:endParaRPr lang="zh-CN" altLang="en-US"/>
        </a:p>
      </dgm:t>
    </dgm:pt>
    <dgm:pt modelId="{FBF7B22B-AF84-452E-8D49-5CFB566EDBAD}" cxnId="{7BE6DCA1-C42B-434C-973E-64CB3CFCC58E}" type="parTrans">
      <dgm:prSet/>
      <dgm:spPr/>
      <dgm:t>
        <a:bodyPr/>
        <a:p>
          <a:endParaRPr lang="zh-CN" altLang="en-US"/>
        </a:p>
      </dgm:t>
    </dgm:pt>
    <dgm:pt modelId="{AA5778B4-A938-4990-B244-74952A6CEEB2}" cxnId="{7BE6DCA1-C42B-434C-973E-64CB3CFCC58E}" type="sibTrans">
      <dgm:prSet/>
      <dgm:spPr/>
      <dgm:t>
        <a:bodyPr/>
        <a:p>
          <a:endParaRPr lang="zh-CN" altLang="en-US"/>
        </a:p>
      </dgm:t>
    </dgm:pt>
    <dgm:pt modelId="{1F7F6AE2-5722-44C4-902A-A040FCB80C96}">
      <dgm:prSet phldrT="[文本]" phldr="1"/>
      <dgm:spPr/>
      <dgm:t>
        <a:bodyPr/>
        <a:p>
          <a:endParaRPr lang="zh-CN" altLang="en-US"/>
        </a:p>
      </dgm:t>
    </dgm:pt>
    <dgm:pt modelId="{307549BC-DB71-4E6B-BA01-20ED51BD95B0}" cxnId="{907AB2E6-84C9-4C00-A3A7-29D433B3E7E1}" type="parTrans">
      <dgm:prSet/>
      <dgm:spPr/>
      <dgm:t>
        <a:bodyPr/>
        <a:p>
          <a:endParaRPr lang="zh-CN" altLang="en-US"/>
        </a:p>
      </dgm:t>
    </dgm:pt>
    <dgm:pt modelId="{2348FAAC-3EB4-459F-9705-34750AF8FC14}" cxnId="{907AB2E6-84C9-4C00-A3A7-29D433B3E7E1}" type="sibTrans">
      <dgm:prSet/>
      <dgm:spPr/>
      <dgm:t>
        <a:bodyPr/>
        <a:p>
          <a:endParaRPr lang="zh-CN" altLang="en-US"/>
        </a:p>
      </dgm:t>
    </dgm:pt>
    <dgm:pt modelId="{9F5ABDFD-312D-4D12-9A5F-25941924811F}">
      <dgm:prSet phldrT="[文本]" phldr="1"/>
      <dgm:spPr/>
      <dgm:t>
        <a:bodyPr/>
        <a:p>
          <a:endParaRPr lang="zh-CN" altLang="en-US"/>
        </a:p>
      </dgm:t>
    </dgm:pt>
    <dgm:pt modelId="{51BB3ABA-1FAE-4608-9FF9-4FE24E778304}" cxnId="{EECD564C-E118-4346-BDBE-2E65748C139B}" type="parTrans">
      <dgm:prSet/>
      <dgm:spPr/>
      <dgm:t>
        <a:bodyPr/>
        <a:p>
          <a:endParaRPr lang="zh-CN" altLang="en-US"/>
        </a:p>
      </dgm:t>
    </dgm:pt>
    <dgm:pt modelId="{36AA5E1D-DD8C-4E89-9F2B-245A6C2A7122}" cxnId="{EECD564C-E118-4346-BDBE-2E65748C139B}" type="sibTrans">
      <dgm:prSet/>
      <dgm:spPr/>
      <dgm:t>
        <a:bodyPr/>
        <a:p>
          <a:endParaRPr lang="zh-CN" altLang="en-US"/>
        </a:p>
      </dgm:t>
    </dgm:pt>
    <dgm:pt modelId="{55E3F63A-E424-4A78-99F6-460269701B32}">
      <dgm:prSet phldrT="[文本]" phldr="1"/>
      <dgm:spPr/>
      <dgm:t>
        <a:bodyPr/>
        <a:p>
          <a:endParaRPr lang="zh-CN" altLang="en-US"/>
        </a:p>
      </dgm:t>
    </dgm:pt>
    <dgm:pt modelId="{C3456233-601D-451E-93A2-828882BBB3A4}" cxnId="{5AB7A0E8-8723-43C9-B7E2-124CD9EC7325}" type="parTrans">
      <dgm:prSet/>
      <dgm:spPr/>
      <dgm:t>
        <a:bodyPr/>
        <a:p>
          <a:endParaRPr lang="zh-CN" altLang="en-US"/>
        </a:p>
      </dgm:t>
    </dgm:pt>
    <dgm:pt modelId="{CD3C2AD4-08D2-4AFE-99F2-3E2762DB2CB3}" cxnId="{5AB7A0E8-8723-43C9-B7E2-124CD9EC7325}" type="sibTrans">
      <dgm:prSet/>
      <dgm:spPr/>
      <dgm:t>
        <a:bodyPr/>
        <a:p>
          <a:endParaRPr lang="zh-CN" altLang="en-US"/>
        </a:p>
      </dgm:t>
    </dgm:pt>
    <dgm:pt modelId="{B9A3ED9B-031C-4CC0-999B-EC3D7CDD7633}">
      <dgm:prSet phldrT="[文本]" phldr="1"/>
      <dgm:spPr/>
      <dgm:t>
        <a:bodyPr/>
        <a:p>
          <a:endParaRPr lang="zh-CN" altLang="en-US"/>
        </a:p>
      </dgm:t>
    </dgm:pt>
    <dgm:pt modelId="{E4923E81-B267-4F19-8DF2-8509CF40961F}" cxnId="{7FDCF588-689C-4D87-B9E9-3BADEB2A21E8}" type="parTrans">
      <dgm:prSet/>
      <dgm:spPr/>
      <dgm:t>
        <a:bodyPr/>
        <a:p>
          <a:endParaRPr lang="zh-CN" altLang="en-US"/>
        </a:p>
      </dgm:t>
    </dgm:pt>
    <dgm:pt modelId="{D63A6C73-7B8B-4D9C-83D7-5BF86AE1E5E9}" cxnId="{7FDCF588-689C-4D87-B9E9-3BADEB2A21E8}" type="sibTrans">
      <dgm:prSet/>
      <dgm:spPr/>
      <dgm:t>
        <a:bodyPr/>
        <a:p>
          <a:endParaRPr lang="zh-CN" altLang="en-US"/>
        </a:p>
      </dgm:t>
    </dgm:pt>
    <dgm:pt modelId="{63E6387A-BF73-4D7D-8B7F-5402052ECA55}">
      <dgm:prSet phldrT="[文本]" phldr="1"/>
      <dgm:spPr/>
      <dgm:t>
        <a:bodyPr/>
        <a:p>
          <a:endParaRPr lang="zh-CN" altLang="en-US"/>
        </a:p>
      </dgm:t>
    </dgm:pt>
    <dgm:pt modelId="{C6B875DE-53C7-480A-9898-23875F6ECC3A}" cxnId="{73D909B8-1C65-4C8F-9279-4352BF07E127}" type="parTrans">
      <dgm:prSet/>
      <dgm:spPr/>
      <dgm:t>
        <a:bodyPr/>
        <a:p>
          <a:endParaRPr lang="zh-CN" altLang="en-US"/>
        </a:p>
      </dgm:t>
    </dgm:pt>
    <dgm:pt modelId="{642828FC-B1E4-40D8-A7AE-C618CC42A229}" cxnId="{73D909B8-1C65-4C8F-9279-4352BF07E127}" type="sibTrans">
      <dgm:prSet/>
      <dgm:spPr/>
      <dgm:t>
        <a:bodyPr/>
        <a:p>
          <a:endParaRPr lang="zh-CN" altLang="en-US"/>
        </a:p>
      </dgm:t>
    </dgm:pt>
    <dgm:pt modelId="{CD7A4B2D-46FA-4FE0-80F6-32D74FB2E2A8}">
      <dgm:prSet phldrT="[文本]" phldr="1"/>
      <dgm:spPr/>
      <dgm:t>
        <a:bodyPr/>
        <a:p>
          <a:endParaRPr lang="zh-CN" altLang="en-US"/>
        </a:p>
      </dgm:t>
    </dgm:pt>
    <dgm:pt modelId="{3F7D8F0F-7051-4824-A0FF-DE5ED3CF904C}" cxnId="{5FD4A504-A6A8-49FD-9C07-992FB075ADA4}" type="parTrans">
      <dgm:prSet/>
      <dgm:spPr/>
      <dgm:t>
        <a:bodyPr/>
        <a:p>
          <a:endParaRPr lang="zh-CN" altLang="en-US"/>
        </a:p>
      </dgm:t>
    </dgm:pt>
    <dgm:pt modelId="{24C2F25D-8E0F-4758-B880-2238D7E7ADC4}" cxnId="{5FD4A504-A6A8-49FD-9C07-992FB075ADA4}" type="sibTrans">
      <dgm:prSet/>
      <dgm:spPr/>
      <dgm:t>
        <a:bodyPr/>
        <a:p>
          <a:endParaRPr lang="zh-CN" altLang="en-US"/>
        </a:p>
      </dgm:t>
    </dgm:pt>
    <dgm:pt modelId="{88A5E93E-1727-4EA2-B7DD-ABA4810A3149}" type="pres">
      <dgm:prSet presAssocID="{77F3392A-67AB-45C6-87ED-8E151355151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0E85546-9197-448A-9BA5-4253E6B8C5CD}" type="pres">
      <dgm:prSet presAssocID="{77F3392A-67AB-45C6-87ED-8E151355151C}" presName="children" presStyleCnt="0"/>
      <dgm:spPr/>
    </dgm:pt>
    <dgm:pt modelId="{E48A3223-AAC2-440C-AD23-D79660927AE5}" type="pres">
      <dgm:prSet presAssocID="{77F3392A-67AB-45C6-87ED-8E151355151C}" presName="child1group" presStyleCnt="0"/>
      <dgm:spPr/>
    </dgm:pt>
    <dgm:pt modelId="{D7CB1ED1-E31B-4F7D-BD98-881127D83197}" type="pres">
      <dgm:prSet presAssocID="{77F3392A-67AB-45C6-87ED-8E151355151C}" presName="child1" presStyleLbl="bgAcc1" presStyleIdx="0" presStyleCnt="4"/>
      <dgm:spPr/>
    </dgm:pt>
    <dgm:pt modelId="{90C907D0-3029-4767-8F85-928579FFF321}" type="pres">
      <dgm:prSet presAssocID="{77F3392A-67AB-45C6-87ED-8E151355151C}" presName="child1Text" presStyleLbl="bgAcc1" presStyleIdx="0" presStyleCnt="4">
        <dgm:presLayoutVars>
          <dgm:bulletEnabled val="1"/>
        </dgm:presLayoutVars>
      </dgm:prSet>
      <dgm:spPr/>
    </dgm:pt>
    <dgm:pt modelId="{92CCFD6C-BEA6-41BE-B625-A7AE2D6B57A6}" type="pres">
      <dgm:prSet presAssocID="{77F3392A-67AB-45C6-87ED-8E151355151C}" presName="child2group" presStyleCnt="0"/>
      <dgm:spPr/>
    </dgm:pt>
    <dgm:pt modelId="{A3597045-1B31-461D-918C-4040B46E4431}" type="pres">
      <dgm:prSet presAssocID="{77F3392A-67AB-45C6-87ED-8E151355151C}" presName="child2" presStyleLbl="bgAcc1" presStyleIdx="1" presStyleCnt="4"/>
      <dgm:spPr/>
    </dgm:pt>
    <dgm:pt modelId="{5557A6FA-ADD7-4121-9EB0-9A64184BACF3}" type="pres">
      <dgm:prSet presAssocID="{77F3392A-67AB-45C6-87ED-8E151355151C}" presName="child2Text" presStyleLbl="bgAcc1" presStyleIdx="1" presStyleCnt="4">
        <dgm:presLayoutVars>
          <dgm:bulletEnabled val="1"/>
        </dgm:presLayoutVars>
      </dgm:prSet>
      <dgm:spPr/>
    </dgm:pt>
    <dgm:pt modelId="{6B5CDC70-3439-43BF-97EE-1D81EE991393}" type="pres">
      <dgm:prSet presAssocID="{77F3392A-67AB-45C6-87ED-8E151355151C}" presName="child3group" presStyleCnt="0"/>
      <dgm:spPr/>
    </dgm:pt>
    <dgm:pt modelId="{38E60065-3CC6-4AEA-8F6D-3F3C11C4B4DF}" type="pres">
      <dgm:prSet presAssocID="{77F3392A-67AB-45C6-87ED-8E151355151C}" presName="child3" presStyleLbl="bgAcc1" presStyleIdx="2" presStyleCnt="4"/>
      <dgm:spPr/>
    </dgm:pt>
    <dgm:pt modelId="{CE949429-822A-433F-AFB5-EF782F8A255D}" type="pres">
      <dgm:prSet presAssocID="{77F3392A-67AB-45C6-87ED-8E151355151C}" presName="child3Text" presStyleLbl="bgAcc1" presStyleIdx="2" presStyleCnt="4">
        <dgm:presLayoutVars>
          <dgm:bulletEnabled val="1"/>
        </dgm:presLayoutVars>
      </dgm:prSet>
      <dgm:spPr/>
    </dgm:pt>
    <dgm:pt modelId="{0A4AA687-3FBC-41D9-B7CD-65F30A7106DC}" type="pres">
      <dgm:prSet presAssocID="{77F3392A-67AB-45C6-87ED-8E151355151C}" presName="child4group" presStyleCnt="0"/>
      <dgm:spPr/>
    </dgm:pt>
    <dgm:pt modelId="{5FBB6878-29E5-4B60-88D7-D4EFAE2826E5}" type="pres">
      <dgm:prSet presAssocID="{77F3392A-67AB-45C6-87ED-8E151355151C}" presName="child4" presStyleLbl="bgAcc1" presStyleIdx="3" presStyleCnt="4"/>
      <dgm:spPr/>
    </dgm:pt>
    <dgm:pt modelId="{4FFE910C-04E3-4FBF-9A4A-757BD60AFBAA}" type="pres">
      <dgm:prSet presAssocID="{77F3392A-67AB-45C6-87ED-8E151355151C}" presName="child4Text" presStyleLbl="bgAcc1" presStyleIdx="3" presStyleCnt="4">
        <dgm:presLayoutVars>
          <dgm:bulletEnabled val="1"/>
        </dgm:presLayoutVars>
      </dgm:prSet>
      <dgm:spPr/>
    </dgm:pt>
    <dgm:pt modelId="{AEE0503A-8086-47AD-9E23-37DC1FF48EC3}" type="pres">
      <dgm:prSet presAssocID="{77F3392A-67AB-45C6-87ED-8E151355151C}" presName="childPlaceholder" presStyleCnt="0"/>
      <dgm:spPr/>
    </dgm:pt>
    <dgm:pt modelId="{640FB04E-5FB8-443D-8575-C115C19AC946}" type="pres">
      <dgm:prSet presAssocID="{77F3392A-67AB-45C6-87ED-8E151355151C}" presName="circle" presStyleCnt="0"/>
      <dgm:spPr/>
    </dgm:pt>
    <dgm:pt modelId="{8B732ED6-D4F2-4872-85F2-4AA038F26E67}" type="pres">
      <dgm:prSet presAssocID="{77F3392A-67AB-45C6-87ED-8E151355151C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3E12746E-A927-4827-BCB0-FA06C704BAA3}" type="pres">
      <dgm:prSet presAssocID="{77F3392A-67AB-45C6-87ED-8E151355151C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9ADC461F-D521-4955-8144-657949622AC6}" type="pres">
      <dgm:prSet presAssocID="{77F3392A-67AB-45C6-87ED-8E151355151C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979FA352-0AA0-481C-8544-022DCC0DF3B1}" type="pres">
      <dgm:prSet presAssocID="{77F3392A-67AB-45C6-87ED-8E151355151C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9668AC4D-D119-4D1C-B850-0E2B50CB151C}" type="pres">
      <dgm:prSet presAssocID="{77F3392A-67AB-45C6-87ED-8E151355151C}" presName="quadrantPlaceholder" presStyleCnt="0"/>
      <dgm:spPr/>
    </dgm:pt>
    <dgm:pt modelId="{140DBE94-F1E0-4466-8994-BA7DE636A9F2}" type="pres">
      <dgm:prSet presAssocID="{77F3392A-67AB-45C6-87ED-8E151355151C}" presName="center1" presStyleLbl="fgShp" presStyleIdx="0" presStyleCnt="2"/>
      <dgm:spPr/>
    </dgm:pt>
    <dgm:pt modelId="{FF147BBC-1518-4517-BE8A-B8D33DAB25B3}" type="pres">
      <dgm:prSet presAssocID="{77F3392A-67AB-45C6-87ED-8E151355151C}" presName="center2" presStyleLbl="fgShp" presStyleIdx="1" presStyleCnt="2"/>
      <dgm:spPr/>
    </dgm:pt>
  </dgm:ptLst>
  <dgm:cxnLst>
    <dgm:cxn modelId="{33CD734C-2BB8-4DB9-A810-A401F790F7C1}" type="presOf" srcId="{1F7F6AE2-5722-44C4-902A-A040FCB80C96}" destId="{3E12746E-A927-4827-BCB0-FA06C704BAA3}" srcOrd="0" destOrd="0" presId="urn:microsoft.com/office/officeart/2005/8/layout/cycle4"/>
    <dgm:cxn modelId="{137F2C4C-9188-42EE-9B37-44956AC8EE78}" type="presOf" srcId="{55E3F63A-E424-4A78-99F6-460269701B32}" destId="{9ADC461F-D521-4955-8144-657949622AC6}" srcOrd="0" destOrd="0" presId="urn:microsoft.com/office/officeart/2005/8/layout/cycle4"/>
    <dgm:cxn modelId="{7BE6DCA1-C42B-434C-973E-64CB3CFCC58E}" srcId="{F45BD5CF-C0D4-4F78-ACBF-18CF124223E7}" destId="{C22DED30-7104-4390-882E-ABDE4C373306}" srcOrd="0" destOrd="0" parTransId="{FBF7B22B-AF84-452E-8D49-5CFB566EDBAD}" sibTransId="{AA5778B4-A938-4990-B244-74952A6CEEB2}"/>
    <dgm:cxn modelId="{6E81E2DB-8DF1-4F19-83F7-E551DE5C1F68}" type="presOf" srcId="{CD7A4B2D-46FA-4FE0-80F6-32D74FB2E2A8}" destId="{4FFE910C-04E3-4FBF-9A4A-757BD60AFBAA}" srcOrd="1" destOrd="0" presId="urn:microsoft.com/office/officeart/2005/8/layout/cycle4"/>
    <dgm:cxn modelId="{5AB7A0E8-8723-43C9-B7E2-124CD9EC7325}" srcId="{77F3392A-67AB-45C6-87ED-8E151355151C}" destId="{55E3F63A-E424-4A78-99F6-460269701B32}" srcOrd="2" destOrd="0" parTransId="{C3456233-601D-451E-93A2-828882BBB3A4}" sibTransId="{CD3C2AD4-08D2-4AFE-99F2-3E2762DB2CB3}"/>
    <dgm:cxn modelId="{50CD0814-B804-4E5C-8E10-EA5286A2B95F}" type="presOf" srcId="{9F5ABDFD-312D-4D12-9A5F-25941924811F}" destId="{5557A6FA-ADD7-4121-9EB0-9A64184BACF3}" srcOrd="1" destOrd="0" presId="urn:microsoft.com/office/officeart/2005/8/layout/cycle4"/>
    <dgm:cxn modelId="{E4FD4469-B049-4473-A655-583E174D727D}" type="presOf" srcId="{63E6387A-BF73-4D7D-8B7F-5402052ECA55}" destId="{979FA352-0AA0-481C-8544-022DCC0DF3B1}" srcOrd="0" destOrd="0" presId="urn:microsoft.com/office/officeart/2005/8/layout/cycle4"/>
    <dgm:cxn modelId="{48FA569B-0EF4-4A64-B528-C1E4B918ADDA}" type="presOf" srcId="{C22DED30-7104-4390-882E-ABDE4C373306}" destId="{D7CB1ED1-E31B-4F7D-BD98-881127D83197}" srcOrd="0" destOrd="0" presId="urn:microsoft.com/office/officeart/2005/8/layout/cycle4"/>
    <dgm:cxn modelId="{5FD4A504-A6A8-49FD-9C07-992FB075ADA4}" srcId="{63E6387A-BF73-4D7D-8B7F-5402052ECA55}" destId="{CD7A4B2D-46FA-4FE0-80F6-32D74FB2E2A8}" srcOrd="0" destOrd="0" parTransId="{3F7D8F0F-7051-4824-A0FF-DE5ED3CF904C}" sibTransId="{24C2F25D-8E0F-4758-B880-2238D7E7ADC4}"/>
    <dgm:cxn modelId="{9E4FDBA2-7990-46BB-87A9-3CD0018C83B3}" type="presOf" srcId="{B9A3ED9B-031C-4CC0-999B-EC3D7CDD7633}" destId="{38E60065-3CC6-4AEA-8F6D-3F3C11C4B4DF}" srcOrd="0" destOrd="0" presId="urn:microsoft.com/office/officeart/2005/8/layout/cycle4"/>
    <dgm:cxn modelId="{EECD564C-E118-4346-BDBE-2E65748C139B}" srcId="{1F7F6AE2-5722-44C4-902A-A040FCB80C96}" destId="{9F5ABDFD-312D-4D12-9A5F-25941924811F}" srcOrd="0" destOrd="0" parTransId="{51BB3ABA-1FAE-4608-9FF9-4FE24E778304}" sibTransId="{36AA5E1D-DD8C-4E89-9F2B-245A6C2A7122}"/>
    <dgm:cxn modelId="{E477C55A-DD28-4AA0-AE27-58F6758A2416}" type="presOf" srcId="{C22DED30-7104-4390-882E-ABDE4C373306}" destId="{90C907D0-3029-4767-8F85-928579FFF321}" srcOrd="1" destOrd="0" presId="urn:microsoft.com/office/officeart/2005/8/layout/cycle4"/>
    <dgm:cxn modelId="{7FDCF588-689C-4D87-B9E9-3BADEB2A21E8}" srcId="{55E3F63A-E424-4A78-99F6-460269701B32}" destId="{B9A3ED9B-031C-4CC0-999B-EC3D7CDD7633}" srcOrd="0" destOrd="0" parTransId="{E4923E81-B267-4F19-8DF2-8509CF40961F}" sibTransId="{D63A6C73-7B8B-4D9C-83D7-5BF86AE1E5E9}"/>
    <dgm:cxn modelId="{907AB2E6-84C9-4C00-A3A7-29D433B3E7E1}" srcId="{77F3392A-67AB-45C6-87ED-8E151355151C}" destId="{1F7F6AE2-5722-44C4-902A-A040FCB80C96}" srcOrd="1" destOrd="0" parTransId="{307549BC-DB71-4E6B-BA01-20ED51BD95B0}" sibTransId="{2348FAAC-3EB4-459F-9705-34750AF8FC14}"/>
    <dgm:cxn modelId="{73D909B8-1C65-4C8F-9279-4352BF07E127}" srcId="{77F3392A-67AB-45C6-87ED-8E151355151C}" destId="{63E6387A-BF73-4D7D-8B7F-5402052ECA55}" srcOrd="3" destOrd="0" parTransId="{C6B875DE-53C7-480A-9898-23875F6ECC3A}" sibTransId="{642828FC-B1E4-40D8-A7AE-C618CC42A229}"/>
    <dgm:cxn modelId="{2D4FC6D2-1B83-4218-ADCA-54B5C88C266A}" type="presOf" srcId="{CD7A4B2D-46FA-4FE0-80F6-32D74FB2E2A8}" destId="{5FBB6878-29E5-4B60-88D7-D4EFAE2826E5}" srcOrd="0" destOrd="0" presId="urn:microsoft.com/office/officeart/2005/8/layout/cycle4"/>
    <dgm:cxn modelId="{89F53B88-294B-48C1-A84A-495875ADF03A}" type="presOf" srcId="{F45BD5CF-C0D4-4F78-ACBF-18CF124223E7}" destId="{8B732ED6-D4F2-4872-85F2-4AA038F26E67}" srcOrd="0" destOrd="0" presId="urn:microsoft.com/office/officeart/2005/8/layout/cycle4"/>
    <dgm:cxn modelId="{694CADE2-B122-4F14-8F0C-4DE8177DE1B4}" srcId="{77F3392A-67AB-45C6-87ED-8E151355151C}" destId="{F45BD5CF-C0D4-4F78-ACBF-18CF124223E7}" srcOrd="0" destOrd="0" parTransId="{D0A9BC9B-C56B-458A-A410-C6632E22E842}" sibTransId="{17375B68-02C6-40EC-9FDB-1F11042FA083}"/>
    <dgm:cxn modelId="{51C7227D-E323-41DA-8A9B-EE16F6FD4E6E}" type="presOf" srcId="{77F3392A-67AB-45C6-87ED-8E151355151C}" destId="{88A5E93E-1727-4EA2-B7DD-ABA4810A3149}" srcOrd="0" destOrd="0" presId="urn:microsoft.com/office/officeart/2005/8/layout/cycle4"/>
    <dgm:cxn modelId="{260990CB-E0E1-4AC0-836F-69AB0FBFE95F}" type="presOf" srcId="{9F5ABDFD-312D-4D12-9A5F-25941924811F}" destId="{A3597045-1B31-461D-918C-4040B46E4431}" srcOrd="0" destOrd="0" presId="urn:microsoft.com/office/officeart/2005/8/layout/cycle4"/>
    <dgm:cxn modelId="{9D866C1B-4BF2-4855-9860-5545E71B0963}" type="presOf" srcId="{B9A3ED9B-031C-4CC0-999B-EC3D7CDD7633}" destId="{CE949429-822A-433F-AFB5-EF782F8A255D}" srcOrd="1" destOrd="0" presId="urn:microsoft.com/office/officeart/2005/8/layout/cycle4"/>
    <dgm:cxn modelId="{E4DC39B2-ED12-4DA2-96C2-79EA0BDCFFE2}" type="presParOf" srcId="{88A5E93E-1727-4EA2-B7DD-ABA4810A3149}" destId="{00E85546-9197-448A-9BA5-4253E6B8C5CD}" srcOrd="0" destOrd="0" presId="urn:microsoft.com/office/officeart/2005/8/layout/cycle4"/>
    <dgm:cxn modelId="{0036DCDA-A41A-400C-9429-03A99CD444A9}" type="presParOf" srcId="{00E85546-9197-448A-9BA5-4253E6B8C5CD}" destId="{E48A3223-AAC2-440C-AD23-D79660927AE5}" srcOrd="0" destOrd="0" presId="urn:microsoft.com/office/officeart/2005/8/layout/cycle4"/>
    <dgm:cxn modelId="{38E67410-6E40-4103-B4D7-F3CAE17CCF84}" type="presParOf" srcId="{E48A3223-AAC2-440C-AD23-D79660927AE5}" destId="{D7CB1ED1-E31B-4F7D-BD98-881127D83197}" srcOrd="0" destOrd="0" presId="urn:microsoft.com/office/officeart/2005/8/layout/cycle4"/>
    <dgm:cxn modelId="{125C1D41-61E9-451E-A382-7E869956CBC9}" type="presParOf" srcId="{E48A3223-AAC2-440C-AD23-D79660927AE5}" destId="{90C907D0-3029-4767-8F85-928579FFF321}" srcOrd="1" destOrd="0" presId="urn:microsoft.com/office/officeart/2005/8/layout/cycle4"/>
    <dgm:cxn modelId="{CBB7E9D0-5BD6-459D-A619-71F5210EF3E2}" type="presParOf" srcId="{00E85546-9197-448A-9BA5-4253E6B8C5CD}" destId="{92CCFD6C-BEA6-41BE-B625-A7AE2D6B57A6}" srcOrd="1" destOrd="0" presId="urn:microsoft.com/office/officeart/2005/8/layout/cycle4"/>
    <dgm:cxn modelId="{2307A340-8F52-410D-89C3-4790F0FB8858}" type="presParOf" srcId="{92CCFD6C-BEA6-41BE-B625-A7AE2D6B57A6}" destId="{A3597045-1B31-461D-918C-4040B46E4431}" srcOrd="0" destOrd="0" presId="urn:microsoft.com/office/officeart/2005/8/layout/cycle4"/>
    <dgm:cxn modelId="{0128CC4A-A26A-4C2C-8DC2-F4AF009F0EC5}" type="presParOf" srcId="{92CCFD6C-BEA6-41BE-B625-A7AE2D6B57A6}" destId="{5557A6FA-ADD7-4121-9EB0-9A64184BACF3}" srcOrd="1" destOrd="0" presId="urn:microsoft.com/office/officeart/2005/8/layout/cycle4"/>
    <dgm:cxn modelId="{289DB4B3-2659-40A0-8FB2-64AC45BE8FE1}" type="presParOf" srcId="{00E85546-9197-448A-9BA5-4253E6B8C5CD}" destId="{6B5CDC70-3439-43BF-97EE-1D81EE991393}" srcOrd="2" destOrd="0" presId="urn:microsoft.com/office/officeart/2005/8/layout/cycle4"/>
    <dgm:cxn modelId="{FD3ED97C-658F-47A6-AE75-6BD796E43119}" type="presParOf" srcId="{6B5CDC70-3439-43BF-97EE-1D81EE991393}" destId="{38E60065-3CC6-4AEA-8F6D-3F3C11C4B4DF}" srcOrd="0" destOrd="0" presId="urn:microsoft.com/office/officeart/2005/8/layout/cycle4"/>
    <dgm:cxn modelId="{96E68D9E-0C38-4E27-8736-9FF8282E2ECD}" type="presParOf" srcId="{6B5CDC70-3439-43BF-97EE-1D81EE991393}" destId="{CE949429-822A-433F-AFB5-EF782F8A255D}" srcOrd="1" destOrd="0" presId="urn:microsoft.com/office/officeart/2005/8/layout/cycle4"/>
    <dgm:cxn modelId="{35D38A1E-D415-400B-B3C8-93622098AB94}" type="presParOf" srcId="{00E85546-9197-448A-9BA5-4253E6B8C5CD}" destId="{0A4AA687-3FBC-41D9-B7CD-65F30A7106DC}" srcOrd="3" destOrd="0" presId="urn:microsoft.com/office/officeart/2005/8/layout/cycle4"/>
    <dgm:cxn modelId="{BBE12750-7B76-40C6-8F2E-B5857EEA30E1}" type="presParOf" srcId="{0A4AA687-3FBC-41D9-B7CD-65F30A7106DC}" destId="{5FBB6878-29E5-4B60-88D7-D4EFAE2826E5}" srcOrd="0" destOrd="0" presId="urn:microsoft.com/office/officeart/2005/8/layout/cycle4"/>
    <dgm:cxn modelId="{2941AE3A-26CA-4DB1-A99F-4E430274824F}" type="presParOf" srcId="{0A4AA687-3FBC-41D9-B7CD-65F30A7106DC}" destId="{4FFE910C-04E3-4FBF-9A4A-757BD60AFBAA}" srcOrd="1" destOrd="0" presId="urn:microsoft.com/office/officeart/2005/8/layout/cycle4"/>
    <dgm:cxn modelId="{C8B1D68A-AFDC-40F3-929D-D47DD52D476D}" type="presParOf" srcId="{00E85546-9197-448A-9BA5-4253E6B8C5CD}" destId="{AEE0503A-8086-47AD-9E23-37DC1FF48EC3}" srcOrd="4" destOrd="0" presId="urn:microsoft.com/office/officeart/2005/8/layout/cycle4"/>
    <dgm:cxn modelId="{F0902BA4-E14C-42FF-B4DD-9242BB060609}" type="presParOf" srcId="{88A5E93E-1727-4EA2-B7DD-ABA4810A3149}" destId="{640FB04E-5FB8-443D-8575-C115C19AC946}" srcOrd="1" destOrd="0" presId="urn:microsoft.com/office/officeart/2005/8/layout/cycle4"/>
    <dgm:cxn modelId="{AB1802D8-FE84-4313-A211-F62AE09FE3ED}" type="presParOf" srcId="{640FB04E-5FB8-443D-8575-C115C19AC946}" destId="{8B732ED6-D4F2-4872-85F2-4AA038F26E67}" srcOrd="0" destOrd="0" presId="urn:microsoft.com/office/officeart/2005/8/layout/cycle4"/>
    <dgm:cxn modelId="{5C87F354-8FF7-43C4-997D-955684E13381}" type="presParOf" srcId="{640FB04E-5FB8-443D-8575-C115C19AC946}" destId="{3E12746E-A927-4827-BCB0-FA06C704BAA3}" srcOrd="1" destOrd="0" presId="urn:microsoft.com/office/officeart/2005/8/layout/cycle4"/>
    <dgm:cxn modelId="{5F1EEB59-EFE0-4C75-8753-77D338C63495}" type="presParOf" srcId="{640FB04E-5FB8-443D-8575-C115C19AC946}" destId="{9ADC461F-D521-4955-8144-657949622AC6}" srcOrd="2" destOrd="0" presId="urn:microsoft.com/office/officeart/2005/8/layout/cycle4"/>
    <dgm:cxn modelId="{14B2730C-B08A-46E4-BD1C-8264CDC6A6FC}" type="presParOf" srcId="{640FB04E-5FB8-443D-8575-C115C19AC946}" destId="{979FA352-0AA0-481C-8544-022DCC0DF3B1}" srcOrd="3" destOrd="0" presId="urn:microsoft.com/office/officeart/2005/8/layout/cycle4"/>
    <dgm:cxn modelId="{5FEDB871-18C8-4730-88CE-AB5A32D21B64}" type="presParOf" srcId="{640FB04E-5FB8-443D-8575-C115C19AC946}" destId="{9668AC4D-D119-4D1C-B850-0E2B50CB151C}" srcOrd="4" destOrd="0" presId="urn:microsoft.com/office/officeart/2005/8/layout/cycle4"/>
    <dgm:cxn modelId="{3D9D691B-FEC3-4F99-8936-FD69CA1FB0CA}" type="presParOf" srcId="{88A5E93E-1727-4EA2-B7DD-ABA4810A3149}" destId="{140DBE94-F1E0-4466-8994-BA7DE636A9F2}" srcOrd="2" destOrd="0" presId="urn:microsoft.com/office/officeart/2005/8/layout/cycle4"/>
    <dgm:cxn modelId="{F99AAA32-3D34-4E79-9E6E-6D2A6C8EBE4D}" type="presParOf" srcId="{88A5E93E-1727-4EA2-B7DD-ABA4810A3149}" destId="{FF147BBC-1518-4517-BE8A-B8D33DAB25B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8EA24BC0-0B8D-42E9-A25F-7CA5AD90CCA1}">
      <dsp:nvSpPr>
        <dsp:cNvPr id="3" name="矩形 2"/>
        <dsp:cNvSpPr/>
      </dsp:nvSpPr>
      <dsp:spPr bwMode="white">
        <a:xfrm>
          <a:off x="1221978" y="953"/>
          <a:ext cx="2710656" cy="162639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221978" y="953"/>
        <a:ext cx="2710656" cy="1626394"/>
      </dsp:txXfrm>
    </dsp:sp>
    <dsp:sp modelId="{A3974D1E-D32E-47DA-BFE3-BD66226FC69C}">
      <dsp:nvSpPr>
        <dsp:cNvPr id="4" name="矩形 3"/>
        <dsp:cNvSpPr/>
      </dsp:nvSpPr>
      <dsp:spPr bwMode="white">
        <a:xfrm>
          <a:off x="4203700" y="953"/>
          <a:ext cx="2710656" cy="162639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4203700" y="953"/>
        <a:ext cx="2710656" cy="1626394"/>
      </dsp:txXfrm>
    </dsp:sp>
    <dsp:sp modelId="{D62CCB3D-C0B5-4702-B0E7-2BCC3AC6BED6}">
      <dsp:nvSpPr>
        <dsp:cNvPr id="5" name="矩形 4"/>
        <dsp:cNvSpPr/>
      </dsp:nvSpPr>
      <dsp:spPr bwMode="white">
        <a:xfrm>
          <a:off x="1221978" y="1896031"/>
          <a:ext cx="2710656" cy="162639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221978" y="1896031"/>
        <a:ext cx="2710656" cy="1626394"/>
      </dsp:txXfrm>
    </dsp:sp>
    <dsp:sp modelId="{65DCAB72-4323-4909-83B5-EA97756B63D0}">
      <dsp:nvSpPr>
        <dsp:cNvPr id="6" name="矩形 5"/>
        <dsp:cNvSpPr/>
      </dsp:nvSpPr>
      <dsp:spPr bwMode="white">
        <a:xfrm>
          <a:off x="4203700" y="1896031"/>
          <a:ext cx="2710656" cy="162639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4203700" y="1896031"/>
        <a:ext cx="2710656" cy="1626394"/>
      </dsp:txXfrm>
    </dsp:sp>
    <dsp:sp modelId="{52FDF2A5-21FC-4943-A856-33657F608538}">
      <dsp:nvSpPr>
        <dsp:cNvPr id="7" name="矩形 6"/>
        <dsp:cNvSpPr/>
      </dsp:nvSpPr>
      <dsp:spPr bwMode="white">
        <a:xfrm>
          <a:off x="2710656" y="3791109"/>
          <a:ext cx="2710656" cy="162639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710656" y="3791109"/>
        <a:ext cx="2710656" cy="1626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969200" cy="4759200"/>
        <a:chOff x="0" y="0"/>
        <a:chExt cx="10969200" cy="4759200"/>
      </a:xfrm>
    </dsp:grpSpPr>
    <dsp:sp modelId="{5D9704F8-5A95-419F-B794-1E2F82666BDB}">
      <dsp:nvSpPr>
        <dsp:cNvPr id="3" name="矩形 2"/>
        <dsp:cNvSpPr/>
      </dsp:nvSpPr>
      <dsp:spPr bwMode="white">
        <a:xfrm>
          <a:off x="0" y="414076"/>
          <a:ext cx="3344268" cy="1337707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84048" tIns="219456" rIns="384048" bIns="219456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0" y="414076"/>
        <a:ext cx="3344268" cy="1337707"/>
      </dsp:txXfrm>
    </dsp:sp>
    <dsp:sp modelId="{C0A6D3D8-DBC2-45B6-8DEF-789A72552BB4}">
      <dsp:nvSpPr>
        <dsp:cNvPr id="4" name="矩形 3"/>
        <dsp:cNvSpPr/>
      </dsp:nvSpPr>
      <dsp:spPr bwMode="white">
        <a:xfrm>
          <a:off x="0" y="1751784"/>
          <a:ext cx="3344268" cy="259334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88036" tIns="288036" rIns="384048" bIns="432054" anchor="t"/>
        <a:lstStyle>
          <a:lvl1pPr algn="l">
            <a:defRPr sz="5400"/>
          </a:lvl1pPr>
          <a:lvl2pPr marL="285750" indent="-285750" algn="l">
            <a:defRPr sz="5400"/>
          </a:lvl2pPr>
          <a:lvl3pPr marL="571500" indent="-285750" algn="l">
            <a:defRPr sz="5400"/>
          </a:lvl3pPr>
          <a:lvl4pPr marL="857250" indent="-285750" algn="l">
            <a:defRPr sz="5400"/>
          </a:lvl4pPr>
          <a:lvl5pPr marL="1143000" indent="-285750" algn="l">
            <a:defRPr sz="5400"/>
          </a:lvl5pPr>
          <a:lvl6pPr marL="1428750" indent="-285750" algn="l">
            <a:defRPr sz="5400"/>
          </a:lvl6pPr>
          <a:lvl7pPr marL="1714500" indent="-285750" algn="l">
            <a:defRPr sz="5400"/>
          </a:lvl7pPr>
          <a:lvl8pPr marL="2000250" indent="-285750" algn="l">
            <a:defRPr sz="5400"/>
          </a:lvl8pPr>
          <a:lvl9pPr marL="2286000" indent="-285750" algn="l">
            <a:defRPr sz="5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0" y="1751784"/>
        <a:ext cx="3344268" cy="2593340"/>
      </dsp:txXfrm>
    </dsp:sp>
    <dsp:sp modelId="{3E0BA246-3456-471B-AD87-1436FD251DD8}">
      <dsp:nvSpPr>
        <dsp:cNvPr id="5" name="矩形 4"/>
        <dsp:cNvSpPr/>
      </dsp:nvSpPr>
      <dsp:spPr bwMode="white">
        <a:xfrm>
          <a:off x="3812466" y="414076"/>
          <a:ext cx="3344268" cy="1337707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84048" tIns="219456" rIns="384048" bIns="219456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3812466" y="414076"/>
        <a:ext cx="3344268" cy="1337707"/>
      </dsp:txXfrm>
    </dsp:sp>
    <dsp:sp modelId="{33CF15AD-8A19-4E9A-9BED-239A79CAF737}">
      <dsp:nvSpPr>
        <dsp:cNvPr id="6" name="矩形 5"/>
        <dsp:cNvSpPr/>
      </dsp:nvSpPr>
      <dsp:spPr bwMode="white">
        <a:xfrm>
          <a:off x="3812466" y="1751784"/>
          <a:ext cx="3344268" cy="259334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88036" tIns="288036" rIns="384048" bIns="432054" anchor="t"/>
        <a:lstStyle>
          <a:lvl1pPr algn="l">
            <a:defRPr sz="5400"/>
          </a:lvl1pPr>
          <a:lvl2pPr marL="285750" indent="-285750" algn="l">
            <a:defRPr sz="5400"/>
          </a:lvl2pPr>
          <a:lvl3pPr marL="571500" indent="-285750" algn="l">
            <a:defRPr sz="5400"/>
          </a:lvl3pPr>
          <a:lvl4pPr marL="857250" indent="-285750" algn="l">
            <a:defRPr sz="5400"/>
          </a:lvl4pPr>
          <a:lvl5pPr marL="1143000" indent="-285750" algn="l">
            <a:defRPr sz="5400"/>
          </a:lvl5pPr>
          <a:lvl6pPr marL="1428750" indent="-285750" algn="l">
            <a:defRPr sz="5400"/>
          </a:lvl6pPr>
          <a:lvl7pPr marL="1714500" indent="-285750" algn="l">
            <a:defRPr sz="5400"/>
          </a:lvl7pPr>
          <a:lvl8pPr marL="2000250" indent="-285750" algn="l">
            <a:defRPr sz="5400"/>
          </a:lvl8pPr>
          <a:lvl9pPr marL="2286000" indent="-285750" algn="l">
            <a:defRPr sz="5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3812466" y="1751784"/>
        <a:ext cx="3344268" cy="2593340"/>
      </dsp:txXfrm>
    </dsp:sp>
    <dsp:sp modelId="{FC453BFD-315B-4968-86FA-B7D3125F3320}">
      <dsp:nvSpPr>
        <dsp:cNvPr id="7" name="矩形 6"/>
        <dsp:cNvSpPr/>
      </dsp:nvSpPr>
      <dsp:spPr bwMode="white">
        <a:xfrm>
          <a:off x="7624932" y="414076"/>
          <a:ext cx="3344268" cy="1337707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84048" tIns="219456" rIns="384048" bIns="219456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7624932" y="414076"/>
        <a:ext cx="3344268" cy="1337707"/>
      </dsp:txXfrm>
    </dsp:sp>
    <dsp:sp modelId="{B357C82A-FE93-416B-AFBF-A74F9E99C4E4}">
      <dsp:nvSpPr>
        <dsp:cNvPr id="8" name="矩形 7"/>
        <dsp:cNvSpPr/>
      </dsp:nvSpPr>
      <dsp:spPr bwMode="white">
        <a:xfrm>
          <a:off x="7624932" y="1751784"/>
          <a:ext cx="3344268" cy="259334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88036" tIns="288036" rIns="384048" bIns="432054" anchor="t"/>
        <a:lstStyle>
          <a:lvl1pPr algn="l">
            <a:defRPr sz="5400"/>
          </a:lvl1pPr>
          <a:lvl2pPr marL="285750" indent="-285750" algn="l">
            <a:defRPr sz="5400"/>
          </a:lvl2pPr>
          <a:lvl3pPr marL="571500" indent="-285750" algn="l">
            <a:defRPr sz="5400"/>
          </a:lvl3pPr>
          <a:lvl4pPr marL="857250" indent="-285750" algn="l">
            <a:defRPr sz="5400"/>
          </a:lvl4pPr>
          <a:lvl5pPr marL="1143000" indent="-285750" algn="l">
            <a:defRPr sz="5400"/>
          </a:lvl5pPr>
          <a:lvl6pPr marL="1428750" indent="-285750" algn="l">
            <a:defRPr sz="5400"/>
          </a:lvl6pPr>
          <a:lvl7pPr marL="1714500" indent="-285750" algn="l">
            <a:defRPr sz="5400"/>
          </a:lvl7pPr>
          <a:lvl8pPr marL="2000250" indent="-285750" algn="l">
            <a:defRPr sz="5400"/>
          </a:lvl8pPr>
          <a:lvl9pPr marL="2286000" indent="-285750" algn="l">
            <a:defRPr sz="5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7624932" y="1751784"/>
        <a:ext cx="3344268" cy="25933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969200" cy="4759200"/>
        <a:chOff x="0" y="0"/>
        <a:chExt cx="10969200" cy="4759200"/>
      </a:xfrm>
    </dsp:grpSpPr>
    <dsp:sp modelId="{02B5ADB5-C8B1-4E0B-82C8-1F695A7417A1}">
      <dsp:nvSpPr>
        <dsp:cNvPr id="3" name="同心圆 2"/>
        <dsp:cNvSpPr/>
      </dsp:nvSpPr>
      <dsp:spPr bwMode="white">
        <a:xfrm>
          <a:off x="1557170" y="1896966"/>
          <a:ext cx="1573495" cy="1573495"/>
        </a:xfrm>
        <a:prstGeom prst="donut">
          <a:avLst>
            <a:gd name="adj" fmla="val 20000"/>
          </a:avLst>
        </a:prstGeom>
      </dsp:spPr>
      <dsp:style>
        <a:lnRef idx="0">
          <a:schemeClr val="lt1"/>
        </a:lnRef>
        <a:fillRef idx="3">
          <a:schemeClr val="accent1">
            <a:alpha val="80000"/>
            <a:hueOff val="0"/>
            <a:satOff val="0"/>
            <a:lumOff val="0"/>
            <a:alpha val="8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1557170" y="1896966"/>
        <a:ext cx="1573495" cy="1573495"/>
      </dsp:txXfrm>
    </dsp:sp>
    <dsp:sp modelId="{FA3F5BE5-6BAA-446B-A203-347A662B63B4}">
      <dsp:nvSpPr>
        <dsp:cNvPr id="4" name="矩形 3"/>
        <dsp:cNvSpPr/>
      </dsp:nvSpPr>
      <dsp:spPr bwMode="white">
        <a:xfrm rot="17700000">
          <a:off x="2111598" y="614246"/>
          <a:ext cx="1956029" cy="94265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44780" tIns="0" rIns="0" bIns="0" anchor="ctr"/>
        <a:lstStyle>
          <a:lvl1pPr algn="l">
            <a:defRPr sz="5700"/>
          </a:lvl1pPr>
          <a:lvl2pPr marL="285750" indent="-285750" algn="l">
            <a:defRPr sz="4400"/>
          </a:lvl2pPr>
          <a:lvl3pPr marL="571500" indent="-285750" algn="l">
            <a:defRPr sz="4400"/>
          </a:lvl3pPr>
          <a:lvl4pPr marL="857250" indent="-285750" algn="l">
            <a:defRPr sz="4400"/>
          </a:lvl4pPr>
          <a:lvl5pPr marL="1143000" indent="-285750" algn="l">
            <a:defRPr sz="4400"/>
          </a:lvl5pPr>
          <a:lvl6pPr marL="1428750" indent="-285750" algn="l">
            <a:defRPr sz="4400"/>
          </a:lvl6pPr>
          <a:lvl7pPr marL="1714500" indent="-285750" algn="l">
            <a:defRPr sz="4400"/>
          </a:lvl7pPr>
          <a:lvl8pPr marL="2000250" indent="-285750" algn="l">
            <a:defRPr sz="4400"/>
          </a:lvl8pPr>
          <a:lvl9pPr marL="2286000" indent="-285750" algn="l">
            <a:defRPr sz="4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 rot="17700000">
        <a:off x="2111598" y="614246"/>
        <a:ext cx="1956029" cy="942655"/>
      </dsp:txXfrm>
    </dsp:sp>
    <dsp:sp modelId="{0C9C8B07-E1BC-4A12-BCAC-D5169FC1E963}">
      <dsp:nvSpPr>
        <dsp:cNvPr id="5" name="椭圆 4"/>
        <dsp:cNvSpPr/>
      </dsp:nvSpPr>
      <dsp:spPr bwMode="white">
        <a:xfrm>
          <a:off x="3249186" y="2275341"/>
          <a:ext cx="816743" cy="816743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9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3249186" y="2275341"/>
        <a:ext cx="816743" cy="816743"/>
      </dsp:txXfrm>
    </dsp:sp>
    <dsp:sp modelId="{0F472E4A-9409-425A-8F36-0111F2300AFA}">
      <dsp:nvSpPr>
        <dsp:cNvPr id="6" name="矩形 5"/>
        <dsp:cNvSpPr/>
      </dsp:nvSpPr>
      <dsp:spPr bwMode="white">
        <a:xfrm rot="17700000">
          <a:off x="2281865" y="3412119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124460" bIns="0" anchor="ctr"/>
        <a:lstStyle>
          <a:lvl1pPr algn="r">
            <a:defRPr sz="4900"/>
          </a:lvl1pPr>
          <a:lvl2pPr marL="285750" indent="-285750" algn="r">
            <a:defRPr sz="3800"/>
          </a:lvl2pPr>
          <a:lvl3pPr marL="571500" indent="-285750" algn="r">
            <a:defRPr sz="3800"/>
          </a:lvl3pPr>
          <a:lvl4pPr marL="857250" indent="-285750" algn="r">
            <a:defRPr sz="3800"/>
          </a:lvl4pPr>
          <a:lvl5pPr marL="1143000" indent="-285750" algn="r">
            <a:defRPr sz="3800"/>
          </a:lvl5pPr>
          <a:lvl6pPr marL="1428750" indent="-285750" algn="r">
            <a:defRPr sz="3800"/>
          </a:lvl6pPr>
          <a:lvl7pPr marL="1714500" indent="-285750" algn="r">
            <a:defRPr sz="3800"/>
          </a:lvl7pPr>
          <a:lvl8pPr marL="2000250" indent="-285750" algn="r">
            <a:defRPr sz="3800"/>
          </a:lvl8pPr>
          <a:lvl9pPr marL="2286000" indent="-285750" algn="r">
            <a:defRPr sz="3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 rot="17700000">
        <a:off x="2281865" y="3412119"/>
        <a:ext cx="1692057" cy="815846"/>
      </dsp:txXfrm>
    </dsp:sp>
    <dsp:sp modelId="{59BEF73C-17E6-4E82-8A71-3D4021027849}">
      <dsp:nvSpPr>
        <dsp:cNvPr id="7" name="矩形 6"/>
        <dsp:cNvSpPr/>
      </dsp:nvSpPr>
      <dsp:spPr bwMode="white">
        <a:xfrm rot="17700000">
          <a:off x="3341193" y="1139460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4620" tIns="0" rIns="0" bIns="0" anchor="t"/>
        <a:lstStyle>
          <a:lvl1pPr algn="l">
            <a:defRPr sz="5300"/>
          </a:lvl1pPr>
          <a:lvl2pPr marL="285750" indent="-285750" algn="l">
            <a:defRPr sz="4100"/>
          </a:lvl2pPr>
          <a:lvl3pPr marL="571500" indent="-285750" algn="l">
            <a:defRPr sz="4100"/>
          </a:lvl3pPr>
          <a:lvl4pPr marL="857250" indent="-285750" algn="l">
            <a:defRPr sz="4100"/>
          </a:lvl4pPr>
          <a:lvl5pPr marL="1143000" indent="-285750" algn="l">
            <a:defRPr sz="4100"/>
          </a:lvl5pPr>
          <a:lvl6pPr marL="1428750" indent="-285750" algn="l">
            <a:defRPr sz="4100"/>
          </a:lvl6pPr>
          <a:lvl7pPr marL="1714500" indent="-285750" algn="l">
            <a:defRPr sz="4100"/>
          </a:lvl7pPr>
          <a:lvl8pPr marL="2000250" indent="-285750" algn="l">
            <a:defRPr sz="4100"/>
          </a:lvl8pPr>
          <a:lvl9pPr marL="2286000" indent="-285750" algn="l">
            <a:defRPr sz="4100"/>
          </a:lvl9pPr>
        </a:lstStyle>
        <a:p>
          <a:endParaRPr>
            <a:solidFill>
              <a:schemeClr val="tx1"/>
            </a:solidFill>
          </a:endParaRPr>
        </a:p>
      </dsp:txBody>
      <dsp:txXfrm rot="17700000">
        <a:off x="3341193" y="1139460"/>
        <a:ext cx="1692057" cy="815846"/>
      </dsp:txXfrm>
    </dsp:sp>
    <dsp:sp modelId="{0A6F5E89-8C85-48A5-8322-111D236C2D49}">
      <dsp:nvSpPr>
        <dsp:cNvPr id="8" name="椭圆 7"/>
        <dsp:cNvSpPr/>
      </dsp:nvSpPr>
      <dsp:spPr bwMode="white">
        <a:xfrm>
          <a:off x="4184324" y="2275341"/>
          <a:ext cx="816743" cy="816743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76863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4184324" y="2275341"/>
        <a:ext cx="816743" cy="816743"/>
      </dsp:txXfrm>
    </dsp:sp>
    <dsp:sp modelId="{2B0EAC48-BD8C-466D-AE30-32566C605EF5}">
      <dsp:nvSpPr>
        <dsp:cNvPr id="9" name="矩形 8"/>
        <dsp:cNvSpPr/>
      </dsp:nvSpPr>
      <dsp:spPr bwMode="white">
        <a:xfrm rot="17700000">
          <a:off x="3217004" y="3412119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124460" bIns="0" anchor="ctr"/>
        <a:lstStyle>
          <a:lvl1pPr algn="r">
            <a:defRPr sz="4900"/>
          </a:lvl1pPr>
          <a:lvl2pPr marL="285750" indent="-285750" algn="r">
            <a:defRPr sz="3800"/>
          </a:lvl2pPr>
          <a:lvl3pPr marL="571500" indent="-285750" algn="r">
            <a:defRPr sz="3800"/>
          </a:lvl3pPr>
          <a:lvl4pPr marL="857250" indent="-285750" algn="r">
            <a:defRPr sz="3800"/>
          </a:lvl4pPr>
          <a:lvl5pPr marL="1143000" indent="-285750" algn="r">
            <a:defRPr sz="3800"/>
          </a:lvl5pPr>
          <a:lvl6pPr marL="1428750" indent="-285750" algn="r">
            <a:defRPr sz="3800"/>
          </a:lvl6pPr>
          <a:lvl7pPr marL="1714500" indent="-285750" algn="r">
            <a:defRPr sz="3800"/>
          </a:lvl7pPr>
          <a:lvl8pPr marL="2000250" indent="-285750" algn="r">
            <a:defRPr sz="3800"/>
          </a:lvl8pPr>
          <a:lvl9pPr marL="2286000" indent="-285750" algn="r">
            <a:defRPr sz="3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 rot="17700000">
        <a:off x="3217004" y="3412119"/>
        <a:ext cx="1692057" cy="815846"/>
      </dsp:txXfrm>
    </dsp:sp>
    <dsp:sp modelId="{A9B62CDE-3354-43CF-BD62-F3E710DD4AB5}">
      <dsp:nvSpPr>
        <dsp:cNvPr id="10" name="矩形 9"/>
        <dsp:cNvSpPr/>
      </dsp:nvSpPr>
      <dsp:spPr bwMode="white">
        <a:xfrm rot="17700000">
          <a:off x="4276332" y="1139460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4620" tIns="0" rIns="0" bIns="0" anchor="t"/>
        <a:lstStyle>
          <a:lvl1pPr algn="l">
            <a:defRPr sz="5300"/>
          </a:lvl1pPr>
          <a:lvl2pPr marL="285750" indent="-285750" algn="l">
            <a:defRPr sz="4100"/>
          </a:lvl2pPr>
          <a:lvl3pPr marL="571500" indent="-285750" algn="l">
            <a:defRPr sz="4100"/>
          </a:lvl3pPr>
          <a:lvl4pPr marL="857250" indent="-285750" algn="l">
            <a:defRPr sz="4100"/>
          </a:lvl4pPr>
          <a:lvl5pPr marL="1143000" indent="-285750" algn="l">
            <a:defRPr sz="4100"/>
          </a:lvl5pPr>
          <a:lvl6pPr marL="1428750" indent="-285750" algn="l">
            <a:defRPr sz="4100"/>
          </a:lvl6pPr>
          <a:lvl7pPr marL="1714500" indent="-285750" algn="l">
            <a:defRPr sz="4100"/>
          </a:lvl7pPr>
          <a:lvl8pPr marL="2000250" indent="-285750" algn="l">
            <a:defRPr sz="4100"/>
          </a:lvl8pPr>
          <a:lvl9pPr marL="2286000" indent="-285750" algn="l">
            <a:defRPr sz="4100"/>
          </a:lvl9pPr>
        </a:lstStyle>
        <a:p>
          <a:endParaRPr>
            <a:solidFill>
              <a:schemeClr val="tx1"/>
            </a:solidFill>
          </a:endParaRPr>
        </a:p>
      </dsp:txBody>
      <dsp:txXfrm rot="17700000">
        <a:off x="4276332" y="1139460"/>
        <a:ext cx="1692057" cy="815846"/>
      </dsp:txXfrm>
    </dsp:sp>
    <dsp:sp modelId="{2980E90E-58B4-4F35-B4A6-4177D392CAD2}">
      <dsp:nvSpPr>
        <dsp:cNvPr id="11" name="同心圆 10"/>
        <dsp:cNvSpPr/>
      </dsp:nvSpPr>
      <dsp:spPr bwMode="white">
        <a:xfrm>
          <a:off x="5119589" y="1896966"/>
          <a:ext cx="1573495" cy="1573495"/>
        </a:xfrm>
        <a:prstGeom prst="donut">
          <a:avLst>
            <a:gd name="adj" fmla="val 20000"/>
          </a:avLst>
        </a:prstGeom>
      </dsp:spPr>
      <dsp:style>
        <a:lnRef idx="0">
          <a:schemeClr val="lt1"/>
        </a:lnRef>
        <a:fillRef idx="3">
          <a:schemeClr val="accent1">
            <a:alpha val="80000"/>
            <a:hueOff val="0"/>
            <a:satOff val="0"/>
            <a:lumOff val="0"/>
            <a:alpha val="8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5119589" y="1896966"/>
        <a:ext cx="1573495" cy="1573495"/>
      </dsp:txXfrm>
    </dsp:sp>
    <dsp:sp modelId="{412231A8-3675-4C37-A9D6-C1B131FA0122}">
      <dsp:nvSpPr>
        <dsp:cNvPr id="12" name="矩形 11"/>
        <dsp:cNvSpPr/>
      </dsp:nvSpPr>
      <dsp:spPr bwMode="white">
        <a:xfrm rot="17700000">
          <a:off x="5674017" y="614246"/>
          <a:ext cx="1956029" cy="94265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44780" tIns="0" rIns="0" bIns="0" anchor="ctr"/>
        <a:lstStyle>
          <a:lvl1pPr algn="l">
            <a:defRPr sz="5700"/>
          </a:lvl1pPr>
          <a:lvl2pPr marL="285750" indent="-285750" algn="l">
            <a:defRPr sz="4400"/>
          </a:lvl2pPr>
          <a:lvl3pPr marL="571500" indent="-285750" algn="l">
            <a:defRPr sz="4400"/>
          </a:lvl3pPr>
          <a:lvl4pPr marL="857250" indent="-285750" algn="l">
            <a:defRPr sz="4400"/>
          </a:lvl4pPr>
          <a:lvl5pPr marL="1143000" indent="-285750" algn="l">
            <a:defRPr sz="4400"/>
          </a:lvl5pPr>
          <a:lvl6pPr marL="1428750" indent="-285750" algn="l">
            <a:defRPr sz="4400"/>
          </a:lvl6pPr>
          <a:lvl7pPr marL="1714500" indent="-285750" algn="l">
            <a:defRPr sz="4400"/>
          </a:lvl7pPr>
          <a:lvl8pPr marL="2000250" indent="-285750" algn="l">
            <a:defRPr sz="4400"/>
          </a:lvl8pPr>
          <a:lvl9pPr marL="2286000" indent="-285750" algn="l">
            <a:defRPr sz="4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 rot="17700000">
        <a:off x="5674017" y="614246"/>
        <a:ext cx="1956029" cy="942655"/>
      </dsp:txXfrm>
    </dsp:sp>
    <dsp:sp modelId="{D216029A-E96A-4EF4-A6D1-8E01C668AAC8}">
      <dsp:nvSpPr>
        <dsp:cNvPr id="13" name="椭圆 12"/>
        <dsp:cNvSpPr/>
      </dsp:nvSpPr>
      <dsp:spPr bwMode="white">
        <a:xfrm>
          <a:off x="6811605" y="2275341"/>
          <a:ext cx="816743" cy="816743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63529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6811605" y="2275341"/>
        <a:ext cx="816743" cy="816743"/>
      </dsp:txXfrm>
    </dsp:sp>
    <dsp:sp modelId="{714C4429-B494-4F20-9454-FDDB0E6C590C}">
      <dsp:nvSpPr>
        <dsp:cNvPr id="14" name="矩形 13"/>
        <dsp:cNvSpPr/>
      </dsp:nvSpPr>
      <dsp:spPr bwMode="white">
        <a:xfrm rot="17700000">
          <a:off x="5844284" y="3412119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124460" bIns="0" anchor="ctr"/>
        <a:lstStyle>
          <a:lvl1pPr algn="r">
            <a:defRPr sz="4900"/>
          </a:lvl1pPr>
          <a:lvl2pPr marL="285750" indent="-285750" algn="r">
            <a:defRPr sz="3800"/>
          </a:lvl2pPr>
          <a:lvl3pPr marL="571500" indent="-285750" algn="r">
            <a:defRPr sz="3800"/>
          </a:lvl3pPr>
          <a:lvl4pPr marL="857250" indent="-285750" algn="r">
            <a:defRPr sz="3800"/>
          </a:lvl4pPr>
          <a:lvl5pPr marL="1143000" indent="-285750" algn="r">
            <a:defRPr sz="3800"/>
          </a:lvl5pPr>
          <a:lvl6pPr marL="1428750" indent="-285750" algn="r">
            <a:defRPr sz="3800"/>
          </a:lvl6pPr>
          <a:lvl7pPr marL="1714500" indent="-285750" algn="r">
            <a:defRPr sz="3800"/>
          </a:lvl7pPr>
          <a:lvl8pPr marL="2000250" indent="-285750" algn="r">
            <a:defRPr sz="3800"/>
          </a:lvl8pPr>
          <a:lvl9pPr marL="2286000" indent="-285750" algn="r">
            <a:defRPr sz="3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 rot="17700000">
        <a:off x="5844284" y="3412119"/>
        <a:ext cx="1692057" cy="815846"/>
      </dsp:txXfrm>
    </dsp:sp>
    <dsp:sp modelId="{E00ADC54-ABB5-4E7A-ADD0-6D53EFEFA096}">
      <dsp:nvSpPr>
        <dsp:cNvPr id="15" name="矩形 14"/>
        <dsp:cNvSpPr/>
      </dsp:nvSpPr>
      <dsp:spPr bwMode="white">
        <a:xfrm rot="17700000">
          <a:off x="6903612" y="1139460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4620" tIns="0" rIns="0" bIns="0" anchor="t"/>
        <a:lstStyle>
          <a:lvl1pPr algn="l">
            <a:defRPr sz="5300"/>
          </a:lvl1pPr>
          <a:lvl2pPr marL="285750" indent="-285750" algn="l">
            <a:defRPr sz="4100"/>
          </a:lvl2pPr>
          <a:lvl3pPr marL="571500" indent="-285750" algn="l">
            <a:defRPr sz="4100"/>
          </a:lvl3pPr>
          <a:lvl4pPr marL="857250" indent="-285750" algn="l">
            <a:defRPr sz="4100"/>
          </a:lvl4pPr>
          <a:lvl5pPr marL="1143000" indent="-285750" algn="l">
            <a:defRPr sz="4100"/>
          </a:lvl5pPr>
          <a:lvl6pPr marL="1428750" indent="-285750" algn="l">
            <a:defRPr sz="4100"/>
          </a:lvl6pPr>
          <a:lvl7pPr marL="1714500" indent="-285750" algn="l">
            <a:defRPr sz="4100"/>
          </a:lvl7pPr>
          <a:lvl8pPr marL="2000250" indent="-285750" algn="l">
            <a:defRPr sz="4100"/>
          </a:lvl8pPr>
          <a:lvl9pPr marL="2286000" indent="-285750" algn="l">
            <a:defRPr sz="4100"/>
          </a:lvl9pPr>
        </a:lstStyle>
        <a:p>
          <a:endParaRPr>
            <a:solidFill>
              <a:schemeClr val="tx1"/>
            </a:solidFill>
          </a:endParaRPr>
        </a:p>
      </dsp:txBody>
      <dsp:txXfrm rot="17700000">
        <a:off x="6903612" y="1139460"/>
        <a:ext cx="1692057" cy="815846"/>
      </dsp:txXfrm>
    </dsp:sp>
    <dsp:sp modelId="{344CB11B-96D5-4D30-A31F-695542A0FD21}">
      <dsp:nvSpPr>
        <dsp:cNvPr id="16" name="椭圆 15"/>
        <dsp:cNvSpPr/>
      </dsp:nvSpPr>
      <dsp:spPr bwMode="white">
        <a:xfrm>
          <a:off x="7746744" y="2275341"/>
          <a:ext cx="816743" cy="816743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5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7746744" y="2275341"/>
        <a:ext cx="816743" cy="816743"/>
      </dsp:txXfrm>
    </dsp:sp>
    <dsp:sp modelId="{61D81315-6423-4873-B1AC-2B769F08321D}">
      <dsp:nvSpPr>
        <dsp:cNvPr id="17" name="矩形 16"/>
        <dsp:cNvSpPr/>
      </dsp:nvSpPr>
      <dsp:spPr bwMode="white">
        <a:xfrm rot="17700000">
          <a:off x="6779423" y="3412119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124460" bIns="0" anchor="ctr"/>
        <a:lstStyle>
          <a:lvl1pPr algn="r">
            <a:defRPr sz="4900"/>
          </a:lvl1pPr>
          <a:lvl2pPr marL="285750" indent="-285750" algn="r">
            <a:defRPr sz="3800"/>
          </a:lvl2pPr>
          <a:lvl3pPr marL="571500" indent="-285750" algn="r">
            <a:defRPr sz="3800"/>
          </a:lvl3pPr>
          <a:lvl4pPr marL="857250" indent="-285750" algn="r">
            <a:defRPr sz="3800"/>
          </a:lvl4pPr>
          <a:lvl5pPr marL="1143000" indent="-285750" algn="r">
            <a:defRPr sz="3800"/>
          </a:lvl5pPr>
          <a:lvl6pPr marL="1428750" indent="-285750" algn="r">
            <a:defRPr sz="3800"/>
          </a:lvl6pPr>
          <a:lvl7pPr marL="1714500" indent="-285750" algn="r">
            <a:defRPr sz="3800"/>
          </a:lvl7pPr>
          <a:lvl8pPr marL="2000250" indent="-285750" algn="r">
            <a:defRPr sz="3800"/>
          </a:lvl8pPr>
          <a:lvl9pPr marL="2286000" indent="-285750" algn="r">
            <a:defRPr sz="3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 rot="17700000">
        <a:off x="6779423" y="3412119"/>
        <a:ext cx="1692057" cy="815846"/>
      </dsp:txXfrm>
    </dsp:sp>
    <dsp:sp modelId="{5EDB9791-112C-4AED-BF5B-A44BFDC33C88}">
      <dsp:nvSpPr>
        <dsp:cNvPr id="18" name="矩形 17"/>
        <dsp:cNvSpPr/>
      </dsp:nvSpPr>
      <dsp:spPr bwMode="white">
        <a:xfrm rot="17700000">
          <a:off x="7838751" y="1139460"/>
          <a:ext cx="1692057" cy="81584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4620" tIns="0" rIns="0" bIns="0" anchor="t"/>
        <a:lstStyle>
          <a:lvl1pPr algn="l">
            <a:defRPr sz="5300"/>
          </a:lvl1pPr>
          <a:lvl2pPr marL="285750" indent="-285750" algn="l">
            <a:defRPr sz="4100"/>
          </a:lvl2pPr>
          <a:lvl3pPr marL="571500" indent="-285750" algn="l">
            <a:defRPr sz="4100"/>
          </a:lvl3pPr>
          <a:lvl4pPr marL="857250" indent="-285750" algn="l">
            <a:defRPr sz="4100"/>
          </a:lvl4pPr>
          <a:lvl5pPr marL="1143000" indent="-285750" algn="l">
            <a:defRPr sz="4100"/>
          </a:lvl5pPr>
          <a:lvl6pPr marL="1428750" indent="-285750" algn="l">
            <a:defRPr sz="4100"/>
          </a:lvl6pPr>
          <a:lvl7pPr marL="1714500" indent="-285750" algn="l">
            <a:defRPr sz="4100"/>
          </a:lvl7pPr>
          <a:lvl8pPr marL="2000250" indent="-285750" algn="l">
            <a:defRPr sz="4100"/>
          </a:lvl8pPr>
          <a:lvl9pPr marL="2286000" indent="-285750" algn="l">
            <a:defRPr sz="4100"/>
          </a:lvl9pPr>
        </a:lstStyle>
        <a:p>
          <a:endParaRPr>
            <a:solidFill>
              <a:schemeClr val="tx1"/>
            </a:solidFill>
          </a:endParaRPr>
        </a:p>
      </dsp:txBody>
      <dsp:txXfrm rot="17700000">
        <a:off x="7838751" y="1139460"/>
        <a:ext cx="1692057" cy="8158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718839F4-5F33-40A2-A382-014B6988DEE6}">
      <dsp:nvSpPr>
        <dsp:cNvPr id="6" name="任意多边形 5"/>
        <dsp:cNvSpPr/>
      </dsp:nvSpPr>
      <dsp:spPr bwMode="white">
        <a:xfrm>
          <a:off x="1080276" y="1497157"/>
          <a:ext cx="2875696" cy="2305310"/>
        </a:xfrm>
        <a:custGeom>
          <a:avLst/>
          <a:gdLst/>
          <a:ahLst/>
          <a:cxnLst/>
          <a:pathLst>
            <a:path w="4529" h="3630">
              <a:moveTo>
                <a:pt x="4529" y="0"/>
              </a:moveTo>
              <a:lnTo>
                <a:pt x="4529" y="3237"/>
              </a:lnTo>
              <a:lnTo>
                <a:pt x="0" y="3237"/>
              </a:lnTo>
              <a:lnTo>
                <a:pt x="0" y="3630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1080276" y="1497157"/>
        <a:ext cx="2875696" cy="2305310"/>
      </dsp:txXfrm>
    </dsp:sp>
    <dsp:sp modelId="{DD5DED7F-8891-488E-92AE-07EF36D3E8E1}">
      <dsp:nvSpPr>
        <dsp:cNvPr id="10" name="任意多边形 9"/>
        <dsp:cNvSpPr/>
      </dsp:nvSpPr>
      <dsp:spPr bwMode="white">
        <a:xfrm>
          <a:off x="3955972" y="1497157"/>
          <a:ext cx="0" cy="2305310"/>
        </a:xfrm>
        <a:custGeom>
          <a:avLst/>
          <a:gdLst/>
          <a:ahLst/>
          <a:cxnLst/>
          <a:pathLst>
            <a:path h="3630">
              <a:moveTo>
                <a:pt x="0" y="0"/>
              </a:moveTo>
              <a:lnTo>
                <a:pt x="0" y="3630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3955972" y="1497157"/>
        <a:ext cx="0" cy="2305310"/>
      </dsp:txXfrm>
    </dsp:sp>
    <dsp:sp modelId="{1A946EA8-F83D-4427-92BE-0B956CB3DD9E}">
      <dsp:nvSpPr>
        <dsp:cNvPr id="14" name="任意多边形 13"/>
        <dsp:cNvSpPr/>
      </dsp:nvSpPr>
      <dsp:spPr bwMode="white">
        <a:xfrm>
          <a:off x="3955972" y="1497157"/>
          <a:ext cx="2875696" cy="2305310"/>
        </a:xfrm>
        <a:custGeom>
          <a:avLst/>
          <a:gdLst/>
          <a:ahLst/>
          <a:cxnLst/>
          <a:pathLst>
            <a:path w="4529" h="3630">
              <a:moveTo>
                <a:pt x="0" y="0"/>
              </a:moveTo>
              <a:lnTo>
                <a:pt x="0" y="3237"/>
              </a:lnTo>
              <a:lnTo>
                <a:pt x="4529" y="3237"/>
              </a:lnTo>
              <a:lnTo>
                <a:pt x="4529" y="3630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3955972" y="1497157"/>
        <a:ext cx="2875696" cy="2305310"/>
      </dsp:txXfrm>
    </dsp:sp>
    <dsp:sp modelId="{EF63BCAB-0A8D-415A-8503-FDCCA09E3AC1}">
      <dsp:nvSpPr>
        <dsp:cNvPr id="18" name="任意多边形 17"/>
        <dsp:cNvSpPr/>
      </dsp:nvSpPr>
      <dsp:spPr bwMode="white">
        <a:xfrm>
          <a:off x="3598401" y="1497157"/>
          <a:ext cx="357572" cy="1152655"/>
        </a:xfrm>
        <a:custGeom>
          <a:avLst/>
          <a:gdLst/>
          <a:ahLst/>
          <a:cxnLst/>
          <a:pathLst>
            <a:path w="563" h="1815">
              <a:moveTo>
                <a:pt x="563" y="0"/>
              </a:moveTo>
              <a:lnTo>
                <a:pt x="563" y="1815"/>
              </a:lnTo>
              <a:lnTo>
                <a:pt x="0" y="1815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3598401" y="1497157"/>
        <a:ext cx="357572" cy="1152655"/>
      </dsp:txXfrm>
    </dsp:sp>
    <dsp:sp modelId="{8C1C4E3F-F5AF-4B85-84B6-1C435203C46E}">
      <dsp:nvSpPr>
        <dsp:cNvPr id="3" name="矩形 2"/>
        <dsp:cNvSpPr/>
      </dsp:nvSpPr>
      <dsp:spPr bwMode="white">
        <a:xfrm>
          <a:off x="2875696" y="427684"/>
          <a:ext cx="2160553" cy="106947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4290" tIns="34290" rIns="34290" bIns="150914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875696" y="427684"/>
        <a:ext cx="2160553" cy="1069474"/>
      </dsp:txXfrm>
    </dsp:sp>
    <dsp:sp modelId="{762CCF6A-7E9D-4EDB-9E54-D9FAE571A19D}">
      <dsp:nvSpPr>
        <dsp:cNvPr id="4" name="矩形 3"/>
        <dsp:cNvSpPr/>
      </dsp:nvSpPr>
      <dsp:spPr bwMode="white">
        <a:xfrm>
          <a:off x="3307806" y="1259497"/>
          <a:ext cx="1944498" cy="356491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3340" tIns="13335" rIns="53340" bIns="13335" anchor="ctr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3307806" y="1259497"/>
        <a:ext cx="1944498" cy="356491"/>
      </dsp:txXfrm>
    </dsp:sp>
    <dsp:sp modelId="{1FF320CD-7DB9-46B7-A6B1-F3041721A93F}">
      <dsp:nvSpPr>
        <dsp:cNvPr id="7" name="矩形 6"/>
        <dsp:cNvSpPr/>
      </dsp:nvSpPr>
      <dsp:spPr bwMode="white">
        <a:xfrm>
          <a:off x="0" y="3802467"/>
          <a:ext cx="2160553" cy="106947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4290" tIns="34290" rIns="34290" bIns="150914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0" y="3802467"/>
        <a:ext cx="2160553" cy="1069474"/>
      </dsp:txXfrm>
    </dsp:sp>
    <dsp:sp modelId="{E6F0AE28-9371-461F-A883-B8A4242ECF62}">
      <dsp:nvSpPr>
        <dsp:cNvPr id="8" name="矩形 7"/>
        <dsp:cNvSpPr/>
      </dsp:nvSpPr>
      <dsp:spPr bwMode="white">
        <a:xfrm>
          <a:off x="432111" y="4634280"/>
          <a:ext cx="1944498" cy="356491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3340" tIns="13335" rIns="53340" bIns="13335" anchor="ctr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432111" y="4634280"/>
        <a:ext cx="1944498" cy="356491"/>
      </dsp:txXfrm>
    </dsp:sp>
    <dsp:sp modelId="{62F13039-777B-430B-9535-AC519AF52769}">
      <dsp:nvSpPr>
        <dsp:cNvPr id="11" name="矩形 10"/>
        <dsp:cNvSpPr/>
      </dsp:nvSpPr>
      <dsp:spPr bwMode="white">
        <a:xfrm>
          <a:off x="2875696" y="3802467"/>
          <a:ext cx="2160553" cy="106947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4290" tIns="34290" rIns="34290" bIns="150914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875696" y="3802467"/>
        <a:ext cx="2160553" cy="1069474"/>
      </dsp:txXfrm>
    </dsp:sp>
    <dsp:sp modelId="{0A1FBB09-9851-427E-B78F-4234A909FBD1}">
      <dsp:nvSpPr>
        <dsp:cNvPr id="12" name="矩形 11"/>
        <dsp:cNvSpPr/>
      </dsp:nvSpPr>
      <dsp:spPr bwMode="white">
        <a:xfrm>
          <a:off x="3307806" y="4634280"/>
          <a:ext cx="1944498" cy="356491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3340" tIns="13335" rIns="53340" bIns="13335" anchor="ctr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3307806" y="4634280"/>
        <a:ext cx="1944498" cy="356491"/>
      </dsp:txXfrm>
    </dsp:sp>
    <dsp:sp modelId="{B7F3A97F-21F7-4A6A-B36E-9C442CAB2286}">
      <dsp:nvSpPr>
        <dsp:cNvPr id="15" name="矩形 14"/>
        <dsp:cNvSpPr/>
      </dsp:nvSpPr>
      <dsp:spPr bwMode="white">
        <a:xfrm>
          <a:off x="5751392" y="3802467"/>
          <a:ext cx="2160553" cy="106947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4290" tIns="34290" rIns="34290" bIns="150914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5751392" y="3802467"/>
        <a:ext cx="2160553" cy="1069474"/>
      </dsp:txXfrm>
    </dsp:sp>
    <dsp:sp modelId="{3F24E7E4-7245-46F2-B4E6-DB96355425B0}">
      <dsp:nvSpPr>
        <dsp:cNvPr id="16" name="矩形 15"/>
        <dsp:cNvSpPr/>
      </dsp:nvSpPr>
      <dsp:spPr bwMode="white">
        <a:xfrm>
          <a:off x="6183502" y="4634280"/>
          <a:ext cx="1944498" cy="356491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3340" tIns="13335" rIns="53340" bIns="13335" anchor="ctr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6183502" y="4634280"/>
        <a:ext cx="1944498" cy="356491"/>
      </dsp:txXfrm>
    </dsp:sp>
    <dsp:sp modelId="{350D9D2F-78CB-4CE5-9249-1D64BDB6607E}">
      <dsp:nvSpPr>
        <dsp:cNvPr id="19" name="矩形 18"/>
        <dsp:cNvSpPr/>
      </dsp:nvSpPr>
      <dsp:spPr bwMode="white">
        <a:xfrm>
          <a:off x="1437848" y="2115075"/>
          <a:ext cx="2160553" cy="106947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34290" tIns="34290" rIns="34290" bIns="150914" anchor="ctr"/>
        <a:lstStyle>
          <a:lvl1pPr algn="ctr">
            <a:defRPr sz="54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437848" y="2115075"/>
        <a:ext cx="2160553" cy="1069474"/>
      </dsp:txXfrm>
    </dsp:sp>
    <dsp:sp modelId="{9C2EB2A2-F56E-4272-9D43-DC832B00F2D3}">
      <dsp:nvSpPr>
        <dsp:cNvPr id="20" name="矩形 19"/>
        <dsp:cNvSpPr/>
      </dsp:nvSpPr>
      <dsp:spPr bwMode="white">
        <a:xfrm>
          <a:off x="1869959" y="2946888"/>
          <a:ext cx="1944498" cy="356491"/>
        </a:xfrm>
        <a:prstGeom prst="rect">
          <a:avLst/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3340" tIns="13335" rIns="53340" bIns="13335" anchor="ctr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1869959" y="2946888"/>
        <a:ext cx="1944498" cy="356491"/>
      </dsp:txXfrm>
    </dsp:sp>
    <dsp:sp modelId="{8835CE7C-4999-45BF-A08E-804F51E6EA70}">
      <dsp:nvSpPr>
        <dsp:cNvPr id="5" name="矩形 4" hidden="1"/>
        <dsp:cNvSpPr/>
      </dsp:nvSpPr>
      <dsp:spPr>
        <a:xfrm>
          <a:off x="2875696" y="427684"/>
          <a:ext cx="432111" cy="1069474"/>
        </a:xfrm>
        <a:prstGeom prst="rect">
          <a:avLst/>
        </a:prstGeom>
      </dsp:spPr>
      <dsp:txXfrm>
        <a:off x="2875696" y="427684"/>
        <a:ext cx="432111" cy="1069474"/>
      </dsp:txXfrm>
    </dsp:sp>
    <dsp:sp modelId="{0DE9192D-CC1A-4FDF-A14D-4C596628FF8D}">
      <dsp:nvSpPr>
        <dsp:cNvPr id="9" name="矩形 8" hidden="1"/>
        <dsp:cNvSpPr/>
      </dsp:nvSpPr>
      <dsp:spPr>
        <a:xfrm>
          <a:off x="0" y="3802467"/>
          <a:ext cx="432111" cy="1069474"/>
        </a:xfrm>
        <a:prstGeom prst="rect">
          <a:avLst/>
        </a:prstGeom>
      </dsp:spPr>
      <dsp:txXfrm>
        <a:off x="0" y="3802467"/>
        <a:ext cx="432111" cy="1069474"/>
      </dsp:txXfrm>
    </dsp:sp>
    <dsp:sp modelId="{0F9735B2-7810-446E-9C1C-8B8F5662B9C2}">
      <dsp:nvSpPr>
        <dsp:cNvPr id="13" name="矩形 12" hidden="1"/>
        <dsp:cNvSpPr/>
      </dsp:nvSpPr>
      <dsp:spPr>
        <a:xfrm>
          <a:off x="2875696" y="3802467"/>
          <a:ext cx="432111" cy="1069474"/>
        </a:xfrm>
        <a:prstGeom prst="rect">
          <a:avLst/>
        </a:prstGeom>
      </dsp:spPr>
      <dsp:txXfrm>
        <a:off x="2875696" y="3802467"/>
        <a:ext cx="432111" cy="1069474"/>
      </dsp:txXfrm>
    </dsp:sp>
    <dsp:sp modelId="{73371953-1658-44A2-A35F-26AA74EBE13A}">
      <dsp:nvSpPr>
        <dsp:cNvPr id="17" name="矩形 16" hidden="1"/>
        <dsp:cNvSpPr/>
      </dsp:nvSpPr>
      <dsp:spPr>
        <a:xfrm>
          <a:off x="5751392" y="3802467"/>
          <a:ext cx="432111" cy="1069474"/>
        </a:xfrm>
        <a:prstGeom prst="rect">
          <a:avLst/>
        </a:prstGeom>
      </dsp:spPr>
      <dsp:txXfrm>
        <a:off x="5751392" y="3802467"/>
        <a:ext cx="432111" cy="1069474"/>
      </dsp:txXfrm>
    </dsp:sp>
    <dsp:sp modelId="{F4F3E2FB-D015-4B83-9127-89E591B8D58D}">
      <dsp:nvSpPr>
        <dsp:cNvPr id="21" name="矩形 20" hidden="1"/>
        <dsp:cNvSpPr/>
      </dsp:nvSpPr>
      <dsp:spPr>
        <a:xfrm>
          <a:off x="1437848" y="2115075"/>
          <a:ext cx="432111" cy="1069474"/>
        </a:xfrm>
        <a:prstGeom prst="rect">
          <a:avLst/>
        </a:prstGeom>
      </dsp:spPr>
      <dsp:txXfrm>
        <a:off x="1437848" y="2115075"/>
        <a:ext cx="432111" cy="10694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969200" cy="4759200"/>
        <a:chOff x="0" y="0"/>
        <a:chExt cx="10969200" cy="4759200"/>
      </a:xfrm>
    </dsp:grpSpPr>
    <dsp:sp modelId="{721B84BF-1FFE-4AA7-A73D-7F5C937BDF73}">
      <dsp:nvSpPr>
        <dsp:cNvPr id="3" name="饼形 2"/>
        <dsp:cNvSpPr/>
      </dsp:nvSpPr>
      <dsp:spPr bwMode="white">
        <a:xfrm>
          <a:off x="0" y="-911160"/>
          <a:ext cx="6581520" cy="6581520"/>
        </a:xfrm>
        <a:prstGeom prst="pie">
          <a:avLst>
            <a:gd name="adj1" fmla="val 5400000"/>
            <a:gd name="adj2" fmla="val 1620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0" y="-911160"/>
        <a:ext cx="6581520" cy="6581520"/>
      </dsp:txXfrm>
    </dsp:sp>
    <dsp:sp modelId="{8E054BD4-7400-4070-915F-AB41FF0A173E}">
      <dsp:nvSpPr>
        <dsp:cNvPr id="4" name="矩形 3"/>
        <dsp:cNvSpPr/>
      </dsp:nvSpPr>
      <dsp:spPr bwMode="white">
        <a:xfrm>
          <a:off x="3290760" y="-911160"/>
          <a:ext cx="7678440" cy="658152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4600"/>
          </a:lvl2pPr>
          <a:lvl3pPr marL="571500" indent="-285750" algn="ctr">
            <a:defRPr sz="4600"/>
          </a:lvl3pPr>
          <a:lvl4pPr marL="857250" indent="-285750" algn="ctr">
            <a:defRPr sz="4600"/>
          </a:lvl4pPr>
          <a:lvl5pPr marL="1143000" indent="-285750" algn="ctr">
            <a:defRPr sz="4600"/>
          </a:lvl5pPr>
          <a:lvl6pPr marL="1428750" indent="-285750" algn="ctr">
            <a:defRPr sz="4600"/>
          </a:lvl6pPr>
          <a:lvl7pPr marL="1714500" indent="-285750" algn="ctr">
            <a:defRPr sz="4600"/>
          </a:lvl7pPr>
          <a:lvl8pPr marL="2000250" indent="-285750" algn="ctr">
            <a:defRPr sz="4600"/>
          </a:lvl8pPr>
          <a:lvl9pPr marL="2286000" indent="-285750" algn="ctr">
            <a:defRPr sz="4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3290760" y="-911160"/>
        <a:ext cx="7678440" cy="6581520"/>
      </dsp:txXfrm>
    </dsp:sp>
    <dsp:sp modelId="{CEBF6996-5843-47C5-BE96-ADF68B468DDD}">
      <dsp:nvSpPr>
        <dsp:cNvPr id="6" name="饼形 5"/>
        <dsp:cNvSpPr/>
      </dsp:nvSpPr>
      <dsp:spPr bwMode="white">
        <a:xfrm>
          <a:off x="1151754" y="1063273"/>
          <a:ext cx="4278011" cy="4278011"/>
        </a:xfrm>
        <a:prstGeom prst="pie">
          <a:avLst>
            <a:gd name="adj1" fmla="val 5400000"/>
            <a:gd name="adj2" fmla="val 1620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151754" y="1063273"/>
        <a:ext cx="4278011" cy="4278011"/>
      </dsp:txXfrm>
    </dsp:sp>
    <dsp:sp modelId="{3E813324-B019-4CF9-8A00-16E7878F9CD2}">
      <dsp:nvSpPr>
        <dsp:cNvPr id="7" name="矩形 6"/>
        <dsp:cNvSpPr/>
      </dsp:nvSpPr>
      <dsp:spPr bwMode="white">
        <a:xfrm>
          <a:off x="3290760" y="1063273"/>
          <a:ext cx="7678440" cy="4278011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4600"/>
          </a:lvl2pPr>
          <a:lvl3pPr marL="571500" indent="-285750" algn="ctr">
            <a:defRPr sz="4600"/>
          </a:lvl3pPr>
          <a:lvl4pPr marL="857250" indent="-285750" algn="ctr">
            <a:defRPr sz="4600"/>
          </a:lvl4pPr>
          <a:lvl5pPr marL="1143000" indent="-285750" algn="ctr">
            <a:defRPr sz="4600"/>
          </a:lvl5pPr>
          <a:lvl6pPr marL="1428750" indent="-285750" algn="ctr">
            <a:defRPr sz="4600"/>
          </a:lvl6pPr>
          <a:lvl7pPr marL="1714500" indent="-285750" algn="ctr">
            <a:defRPr sz="4600"/>
          </a:lvl7pPr>
          <a:lvl8pPr marL="2000250" indent="-285750" algn="ctr">
            <a:defRPr sz="4600"/>
          </a:lvl8pPr>
          <a:lvl9pPr marL="2286000" indent="-285750" algn="ctr">
            <a:defRPr sz="4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3290760" y="1063273"/>
        <a:ext cx="7678440" cy="4278011"/>
      </dsp:txXfrm>
    </dsp:sp>
    <dsp:sp modelId="{FA08DC88-0EC3-4E07-94FB-51390852006F}">
      <dsp:nvSpPr>
        <dsp:cNvPr id="9" name="饼形 8"/>
        <dsp:cNvSpPr/>
      </dsp:nvSpPr>
      <dsp:spPr bwMode="white">
        <a:xfrm>
          <a:off x="2303544" y="3037775"/>
          <a:ext cx="1974433" cy="1974433"/>
        </a:xfrm>
        <a:prstGeom prst="pie">
          <a:avLst>
            <a:gd name="adj1" fmla="val 5400000"/>
            <a:gd name="adj2" fmla="val 1620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303544" y="3037775"/>
        <a:ext cx="1974433" cy="1974433"/>
      </dsp:txXfrm>
    </dsp:sp>
    <dsp:sp modelId="{9242D190-F547-4694-8559-1D7DD1350AED}">
      <dsp:nvSpPr>
        <dsp:cNvPr id="10" name="矩形 9"/>
        <dsp:cNvSpPr/>
      </dsp:nvSpPr>
      <dsp:spPr bwMode="white">
        <a:xfrm>
          <a:off x="3290760" y="3037775"/>
          <a:ext cx="7678440" cy="1974433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247650" tIns="247650" rIns="247650" bIns="247650" anchor="ctr"/>
        <a:lstStyle>
          <a:lvl1pPr algn="ctr">
            <a:defRPr sz="6500"/>
          </a:lvl1pPr>
          <a:lvl2pPr marL="285750" indent="-285750" algn="ctr">
            <a:defRPr sz="4600"/>
          </a:lvl2pPr>
          <a:lvl3pPr marL="571500" indent="-285750" algn="ctr">
            <a:defRPr sz="4600"/>
          </a:lvl3pPr>
          <a:lvl4pPr marL="857250" indent="-285750" algn="ctr">
            <a:defRPr sz="4600"/>
          </a:lvl4pPr>
          <a:lvl5pPr marL="1143000" indent="-285750" algn="ctr">
            <a:defRPr sz="4600"/>
          </a:lvl5pPr>
          <a:lvl6pPr marL="1428750" indent="-285750" algn="ctr">
            <a:defRPr sz="4600"/>
          </a:lvl6pPr>
          <a:lvl7pPr marL="1714500" indent="-285750" algn="ctr">
            <a:defRPr sz="4600"/>
          </a:lvl7pPr>
          <a:lvl8pPr marL="2000250" indent="-285750" algn="ctr">
            <a:defRPr sz="4600"/>
          </a:lvl8pPr>
          <a:lvl9pPr marL="2286000" indent="-285750" algn="ctr">
            <a:defRPr sz="4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3290760" y="3037775"/>
        <a:ext cx="7678440" cy="1974433"/>
      </dsp:txXfrm>
    </dsp:sp>
    <dsp:sp modelId="{087E7407-9320-4F47-B343-874FC9A0C767}">
      <dsp:nvSpPr>
        <dsp:cNvPr id="5" name="矩形 4" hidden="1"/>
        <dsp:cNvSpPr/>
      </dsp:nvSpPr>
      <dsp:spPr>
        <a:xfrm>
          <a:off x="0" y="5341284"/>
          <a:ext cx="10969200" cy="329076"/>
        </a:xfrm>
        <a:prstGeom prst="rect">
          <a:avLst/>
        </a:prstGeom>
      </dsp:spPr>
      <dsp:txXfrm>
        <a:off x="0" y="5341284"/>
        <a:ext cx="10969200" cy="329076"/>
      </dsp:txXfrm>
    </dsp:sp>
    <dsp:sp modelId="{D2E51676-FDF1-488F-984D-6073C277CAF4}">
      <dsp:nvSpPr>
        <dsp:cNvPr id="8" name="矩形 7" hidden="1"/>
        <dsp:cNvSpPr/>
      </dsp:nvSpPr>
      <dsp:spPr>
        <a:xfrm>
          <a:off x="0" y="5012208"/>
          <a:ext cx="10969200" cy="329076"/>
        </a:xfrm>
        <a:prstGeom prst="rect">
          <a:avLst/>
        </a:prstGeom>
      </dsp:spPr>
      <dsp:txXfrm>
        <a:off x="0" y="5012208"/>
        <a:ext cx="10969200" cy="329076"/>
      </dsp:txXfrm>
    </dsp:sp>
    <dsp:sp modelId="{CCE5650C-A6B8-4160-9320-4321215388D2}">
      <dsp:nvSpPr>
        <dsp:cNvPr id="11" name="矩形 10"/>
        <dsp:cNvSpPr/>
      </dsp:nvSpPr>
      <dsp:spPr bwMode="white">
        <a:xfrm>
          <a:off x="7129980" y="-911160"/>
          <a:ext cx="3839220" cy="1974433"/>
        </a:xfrm>
        <a:prstGeom prst="rect">
          <a:avLst/>
        </a:prstGeom>
        <a:noFill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lIns="175260" tIns="175260" rIns="175260" bIns="175260" anchor="ctr"/>
        <a:lstStyle>
          <a:lvl1pPr algn="l">
            <a:defRPr sz="65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7129980" y="-911160"/>
        <a:ext cx="3839220" cy="1974433"/>
      </dsp:txXfrm>
    </dsp:sp>
    <dsp:sp modelId="{6FC46BE1-4B03-427F-AEEF-155E43527DA4}">
      <dsp:nvSpPr>
        <dsp:cNvPr id="12" name="矩形 11"/>
        <dsp:cNvSpPr/>
      </dsp:nvSpPr>
      <dsp:spPr bwMode="white">
        <a:xfrm>
          <a:off x="7129980" y="1063273"/>
          <a:ext cx="3839220" cy="1974502"/>
        </a:xfrm>
        <a:prstGeom prst="rect">
          <a:avLst/>
        </a:prstGeom>
        <a:noFill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lIns="175260" tIns="175260" rIns="175260" bIns="175260" anchor="ctr"/>
        <a:lstStyle>
          <a:lvl1pPr algn="l">
            <a:defRPr sz="65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7129980" y="1063273"/>
        <a:ext cx="3839220" cy="1974502"/>
      </dsp:txXfrm>
    </dsp:sp>
    <dsp:sp modelId="{A415A605-18B3-4618-ABC7-E8973F787026}">
      <dsp:nvSpPr>
        <dsp:cNvPr id="13" name="矩形 12"/>
        <dsp:cNvSpPr/>
      </dsp:nvSpPr>
      <dsp:spPr bwMode="white">
        <a:xfrm>
          <a:off x="7129980" y="3037775"/>
          <a:ext cx="3839220" cy="1974433"/>
        </a:xfrm>
        <a:prstGeom prst="rect">
          <a:avLst/>
        </a:prstGeom>
        <a:noFill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lIns="175260" tIns="175260" rIns="175260" bIns="175260" anchor="ctr"/>
        <a:lstStyle>
          <a:lvl1pPr algn="l">
            <a:defRPr sz="65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7129980" y="3037775"/>
        <a:ext cx="3839220" cy="19744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186960" cy="4759200"/>
        <a:chOff x="0" y="0"/>
        <a:chExt cx="6186960" cy="4759200"/>
      </a:xfrm>
    </dsp:grpSpPr>
    <dsp:sp modelId="{D7CB1ED1-E31B-4F7D-BD98-881127D83197}">
      <dsp:nvSpPr>
        <dsp:cNvPr id="3" name="圆角矩形 2"/>
        <dsp:cNvSpPr/>
      </dsp:nvSpPr>
      <dsp:spPr bwMode="white">
        <a:xfrm>
          <a:off x="2391120" y="-2380"/>
          <a:ext cx="2351045" cy="1524467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63830" tIns="163830" rIns="163830" bIns="163830" anchor="t"/>
        <a:lstStyle>
          <a:lvl1pPr algn="l">
            <a:defRPr sz="4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2391120" y="-2380"/>
        <a:ext cx="2351045" cy="1524467"/>
      </dsp:txXfrm>
    </dsp:sp>
    <dsp:sp modelId="{A3597045-1B31-461D-918C-4040B46E4431}">
      <dsp:nvSpPr>
        <dsp:cNvPr id="4" name="圆角矩形 3"/>
        <dsp:cNvSpPr/>
      </dsp:nvSpPr>
      <dsp:spPr bwMode="white">
        <a:xfrm>
          <a:off x="6227035" y="-2380"/>
          <a:ext cx="2351045" cy="1524467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6863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63830" tIns="163830" rIns="163830" bIns="163830" anchor="t"/>
        <a:lstStyle>
          <a:lvl1pPr algn="l">
            <a:defRPr sz="4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6227035" y="-2380"/>
        <a:ext cx="2351045" cy="1524467"/>
      </dsp:txXfrm>
    </dsp:sp>
    <dsp:sp modelId="{38E60065-3CC6-4AEA-8F6D-3F3C11C4B4DF}">
      <dsp:nvSpPr>
        <dsp:cNvPr id="5" name="圆角矩形 4"/>
        <dsp:cNvSpPr/>
      </dsp:nvSpPr>
      <dsp:spPr bwMode="white">
        <a:xfrm>
          <a:off x="6227035" y="3237113"/>
          <a:ext cx="2351045" cy="1524467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63529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63830" tIns="163830" rIns="163830" bIns="163830" anchor="t"/>
        <a:lstStyle>
          <a:lvl1pPr algn="l">
            <a:defRPr sz="4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6227035" y="3237113"/>
        <a:ext cx="2351045" cy="1524467"/>
      </dsp:txXfrm>
    </dsp:sp>
    <dsp:sp modelId="{5FBB6878-29E5-4B60-88D7-D4EFAE2826E5}">
      <dsp:nvSpPr>
        <dsp:cNvPr id="6" name="圆角矩形 5"/>
        <dsp:cNvSpPr/>
      </dsp:nvSpPr>
      <dsp:spPr bwMode="white">
        <a:xfrm>
          <a:off x="2391120" y="3237113"/>
          <a:ext cx="2351045" cy="1524467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63830" tIns="163830" rIns="163830" bIns="163830" anchor="t"/>
        <a:lstStyle>
          <a:lvl1pPr algn="l">
            <a:defRPr sz="4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2391120" y="3237113"/>
        <a:ext cx="2351045" cy="1524467"/>
      </dsp:txXfrm>
    </dsp:sp>
    <dsp:sp modelId="{8B732ED6-D4F2-4872-85F2-4AA038F26E67}">
      <dsp:nvSpPr>
        <dsp:cNvPr id="7" name="饼形 6"/>
        <dsp:cNvSpPr/>
      </dsp:nvSpPr>
      <dsp:spPr bwMode="white">
        <a:xfrm>
          <a:off x="3376274" y="271274"/>
          <a:ext cx="2060734" cy="2060734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34696" tIns="234696" rIns="234696" bIns="234696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3376274" y="271274"/>
        <a:ext cx="2060734" cy="2060734"/>
      </dsp:txXfrm>
    </dsp:sp>
    <dsp:sp modelId="{3E12746E-A927-4827-BCB0-FA06C704BAA3}">
      <dsp:nvSpPr>
        <dsp:cNvPr id="8" name="饼形 7"/>
        <dsp:cNvSpPr/>
      </dsp:nvSpPr>
      <dsp:spPr bwMode="white">
        <a:xfrm rot="5400000">
          <a:off x="5532192" y="271274"/>
          <a:ext cx="2060734" cy="2060734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686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234696" tIns="234696" rIns="234696" bIns="234696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400000">
        <a:off x="5532192" y="271274"/>
        <a:ext cx="2060734" cy="2060734"/>
      </dsp:txXfrm>
    </dsp:sp>
    <dsp:sp modelId="{9ADC461F-D521-4955-8144-657949622AC6}">
      <dsp:nvSpPr>
        <dsp:cNvPr id="9" name="饼形 8"/>
        <dsp:cNvSpPr/>
      </dsp:nvSpPr>
      <dsp:spPr bwMode="white">
        <a:xfrm rot="10800000">
          <a:off x="5532192" y="2427192"/>
          <a:ext cx="2060734" cy="2060734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352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234696" tIns="234696" rIns="234696" bIns="234696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0800000">
        <a:off x="5532192" y="2427192"/>
        <a:ext cx="2060734" cy="2060734"/>
      </dsp:txXfrm>
    </dsp:sp>
    <dsp:sp modelId="{979FA352-0AA0-481C-8544-022DCC0DF3B1}">
      <dsp:nvSpPr>
        <dsp:cNvPr id="10" name="饼形 9"/>
        <dsp:cNvSpPr/>
      </dsp:nvSpPr>
      <dsp:spPr bwMode="white">
        <a:xfrm rot="16200000">
          <a:off x="3376274" y="2427192"/>
          <a:ext cx="2060734" cy="2060734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234696" tIns="234696" rIns="234696" bIns="234696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6200000">
        <a:off x="3376274" y="2427192"/>
        <a:ext cx="2060734" cy="2060734"/>
      </dsp:txXfrm>
    </dsp:sp>
    <dsp:sp modelId="{140DBE94-F1E0-4466-8994-BA7DE636A9F2}">
      <dsp:nvSpPr>
        <dsp:cNvPr id="11" name="环形箭头 10"/>
        <dsp:cNvSpPr/>
      </dsp:nvSpPr>
      <dsp:spPr bwMode="white">
        <a:xfrm>
          <a:off x="5128850" y="1951272"/>
          <a:ext cx="711500" cy="618696"/>
        </a:xfrm>
        <a:prstGeom prst="circularArrow">
          <a:avLst/>
        </a:prstGeom>
      </dsp:spPr>
      <dsp:style>
        <a:lnRef idx="2">
          <a:schemeClr val="l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5128850" y="1951272"/>
        <a:ext cx="711500" cy="618696"/>
      </dsp:txXfrm>
    </dsp:sp>
    <dsp:sp modelId="{FF147BBC-1518-4517-BE8A-B8D33DAB25B3}">
      <dsp:nvSpPr>
        <dsp:cNvPr id="12" name="环形箭头 11"/>
        <dsp:cNvSpPr/>
      </dsp:nvSpPr>
      <dsp:spPr bwMode="white">
        <a:xfrm rot="10800000">
          <a:off x="5128850" y="2189232"/>
          <a:ext cx="711500" cy="618696"/>
        </a:xfrm>
        <a:prstGeom prst="circularArrow">
          <a:avLst/>
        </a:prstGeom>
      </dsp:spPr>
      <dsp:style>
        <a:lnRef idx="2">
          <a:schemeClr val="l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 rot="10800000">
        <a:off x="5128850" y="2189232"/>
        <a:ext cx="711500" cy="618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nodeVertAlign" val="b"/>
          <dgm:param type="fallback" val="2D"/>
        </dgm:alg>
      </dgm:if>
      <dgm:else name="Name3">
        <dgm:alg type="lin">
          <dgm:param type="linDir" val="fromR"/>
          <dgm:param type="nodeVertAlign" val="b"/>
          <dgm:param type="fallback" val="2D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type="rect" r:blip="" rot="295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type="rect" r:blip="" rot="65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Ch" val="mid"/>
                  <dgm:param type="txAnchorVert" val="mid"/>
                </dgm:alg>
                <dgm:shape xmlns:r="http://schemas.openxmlformats.org/officeDocument/2006/relationships" type="rect" r:blip="" rot="295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Ch" val="mid"/>
                  <dgm:param type="txAnchorVert" val="mid"/>
                </dgm:alg>
                <dgm:shape xmlns:r="http://schemas.openxmlformats.org/officeDocument/2006/relationships" type="rect" r:blip="" rot="65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type="rect" r:blip="" rot="295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type="rect" r:blip="" rot="65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73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77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90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94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11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15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2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type="pieWedge" r:blip="" rot="90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type="pieWedge" r:blip="" rot="90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type="pieWedge" r:blip="" rot="180">
                  <dgm:adjLst/>
                </dgm:shape>
              </dgm:if>
              <dgm:else name="Name40">
                <dgm:shape xmlns:r="http://schemas.openxmlformats.org/officeDocument/2006/relationships" type="pieWedge" r:blip="" rot="270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type="pieWedge" r:blip="" rot="270">
                  <dgm:adjLst/>
                </dgm:shape>
              </dgm:if>
              <dgm:else name="Name43">
                <dgm:shape xmlns:r="http://schemas.openxmlformats.org/officeDocument/2006/relationships" type="pieWedge" r:blip="" rot="180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type="leftCircularArrow" r:blip="" rot="180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type="circularArrow" r:blip="" rot="180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8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1.xml"/><Relationship Id="rId7" Type="http://schemas.microsoft.com/office/2007/relationships/diagramDrawing" Target="../diagrams/drawing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3" Type="http://schemas.openxmlformats.org/officeDocument/2006/relationships/diagramData" Target="../diagrams/data5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4.xml"/><Relationship Id="rId7" Type="http://schemas.microsoft.com/office/2007/relationships/diagramDrawing" Target="../diagrams/drawing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3" Type="http://schemas.openxmlformats.org/officeDocument/2006/relationships/diagramData" Target="../diagrams/data6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608400" y="1490400"/>
          <a:ext cx="10969200" cy="475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608400" y="1490400"/>
          <a:ext cx="10969200" cy="475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图示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9200" cy="475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9200" cy="475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晓雷</cp:lastModifiedBy>
  <cp:revision>157</cp:revision>
  <dcterms:created xsi:type="dcterms:W3CDTF">2019-06-19T02:08:00Z</dcterms:created>
  <dcterms:modified xsi:type="dcterms:W3CDTF">2026-04-29T05:45:35Z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4455DD4F358A495DBE6F400FC535067F_11</vt:lpwstr>
  </property>
</Properties>
</file>